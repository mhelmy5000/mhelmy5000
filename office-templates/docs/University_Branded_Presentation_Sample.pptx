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B2C7A41-3E5D-4F62-8A17-5C0E1D4B7F30}">
  <a:tblStyle styleId="{9B2C7A41-3E5D-4F62-8A17-5C0E1D4B7F30}" styleName="University of Ha'il Table">
    <a:wholeTbl>
      <a:tcTxStyle>
        <a:font>
          <a:latin typeface="+mn-lt"/>
          <a:ea typeface=""/>
          <a:cs typeface="+mn-cs"/>
        </a:font>
        <a:srgbClr val="1C2B33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ap="flat" cmpd="sng" algn="ctr">
              <a:solidFill>
                <a:srgbClr val="1B3B5C"/>
              </a:solidFill>
              <a:prstDash val="solid"/>
            </a:ln>
          </a:top>
          <a:bottom>
            <a:ln w="12700" cap="flat" cmpd="sng" algn="ctr">
              <a:solidFill>
                <a:srgbClr val="1B3B5C"/>
              </a:solidFill>
              <a:prstDash val="solid"/>
            </a:ln>
          </a:bottom>
          <a:insideH>
            <a:ln w="6350" cap="flat" cmpd="sng" algn="ctr">
              <a:solidFill>
                <a:srgbClr val="D3DEE2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EF3F5"/>
          </a:solidFill>
        </a:fill>
      </a:tcStyle>
    </a:band1H>
    <a:firstCol>
      <a:tcTxStyle b="on">
        <a:font>
          <a:latin typeface="+mn-lt"/>
          <a:ea typeface=""/>
          <a:cs typeface="+mn-cs"/>
        </a:font>
        <a:srgbClr val="1B3B5C"/>
      </a:tcTxStyle>
      <a:tcStyle>
        <a:tcBdr/>
      </a:tcStyle>
    </a:firstCol>
    <a:firstRow>
      <a:tcTxStyle b="on">
        <a:font>
          <a:latin typeface="+mn-lt"/>
          <a:ea typeface=""/>
          <a:cs typeface="+mn-cs"/>
        </a:font>
        <a:srgbClr val="FFFFFF"/>
      </a:tcTxStyle>
      <a:tcStyle>
        <a:tcBdr>
          <a:bottom>
            <a:ln w="12700" cap="flat" cmpd="sng" algn="ctr">
              <a:solidFill>
                <a:srgbClr val="1B3B5C"/>
              </a:solidFill>
              <a:prstDash val="solid"/>
            </a:ln>
          </a:bottom>
        </a:tcBdr>
        <a:fill>
          <a:solidFill>
            <a:srgbClr val="1B3B5C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lockup-white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4" Type="http://schemas.openxmlformats.org/officeDocument/2006/relationships/image" Target="../media/emblem-white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emblem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lockup-white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rgbClr val="1B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oH lockup (reversed)" descr="University of Ha'il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68680"/>
            <a:ext cx="4023360" cy="1485876"/>
          </a:xfrm>
          <a:prstGeom prst="rect">
            <a:avLst/>
          </a:prstGeom>
        </p:spPr>
      </p:pic>
      <p:sp>
        <p:nvSpPr>
          <p:cNvPr id="3" name="Presentation Title"/>
          <p:cNvSpPr>
            <a:spLocks noGrp="1"/>
          </p:cNvSpPr>
          <p:nvPr>
            <p:ph type="ctrTitle"/>
          </p:nvPr>
        </p:nvSpPr>
        <p:spPr>
          <a:xfrm>
            <a:off x="685800" y="2743200"/>
            <a:ext cx="9326880" cy="1417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>
            <a:lvl1pPr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4400" b="1" spc="-40">
                <a:solidFill>
                  <a:srgbClr val="FFFFFF"/>
                </a:solidFill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Click to edit presentation title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/>
          </p:nvPr>
        </p:nvSpPr>
        <p:spPr>
          <a:xfrm>
            <a:off x="685800" y="4251960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6BC5BE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Subtitle, department or occasion</a:t>
            </a:r>
          </a:p>
        </p:txBody>
      </p:sp>
      <p:sp>
        <p:nvSpPr>
          <p:cNvPr id="5" name="Presenter details"/>
          <p:cNvSpPr>
            <a:spLocks noGrp="1"/>
          </p:cNvSpPr>
          <p:nvPr>
            <p:ph type="body" idx="2"/>
          </p:nvPr>
        </p:nvSpPr>
        <p:spPr>
          <a:xfrm>
            <a:off x="685800" y="51663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A8C8CE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000">
                <a:solidFill>
                  <a:srgbClr val="A8C8CE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000">
                <a:solidFill>
                  <a:srgbClr val="A8C8CE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000">
                <a:solidFill>
                  <a:srgbClr val="A8C8CE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000">
                <a:solidFill>
                  <a:srgbClr val="A8C8CE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Presenter name  |  Role  |  DD Month YYYY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Divider">
    <p:bg>
      <p:bgPr>
        <a:solidFill>
          <a:srgbClr val="1B6E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ction numb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6600">
                <a:solidFill>
                  <a:srgbClr val="D6EBE9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6400">
                <a:solidFill>
                  <a:srgbClr val="D6EBE9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6200">
                <a:solidFill>
                  <a:srgbClr val="D6EBE9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6100">
                <a:solidFill>
                  <a:srgbClr val="D6EBE9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6000">
                <a:solidFill>
                  <a:srgbClr val="D6EBE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685800" y="2788920"/>
            <a:ext cx="859536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spc="-30">
                <a:solidFill>
                  <a:srgbClr val="FFFFFF"/>
                </a:solidFill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Section summary"/>
          <p:cNvSpPr>
            <a:spLocks noGrp="1"/>
          </p:cNvSpPr>
          <p:nvPr>
            <p:ph type="body" idx="2"/>
          </p:nvPr>
        </p:nvSpPr>
        <p:spPr>
          <a:xfrm>
            <a:off x="685800" y="406908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D6EBE9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200">
                <a:solidFill>
                  <a:srgbClr val="D6EBE9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000">
                <a:solidFill>
                  <a:srgbClr val="D6EBE9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000">
                <a:solidFill>
                  <a:srgbClr val="D6EBE9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000">
                <a:solidFill>
                  <a:srgbClr val="D6EBE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One line on what this section covers</a:t>
            </a:r>
          </a:p>
        </p:txBody>
      </p:sp>
      <p:pic>
        <p:nvPicPr>
          <p:cNvPr id="9" name="UoH emblem (reversed)" descr="University of Ha'il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2933" y="4434840"/>
            <a:ext cx="633267" cy="868680"/>
          </a:xfrm>
          <a:prstGeom prst="rect">
            <a:avLst/>
          </a:prstGeom>
        </p:spPr>
      </p:pic>
      <p:sp>
        <p:nvSpPr>
          <p:cNvPr id="10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D6EBE9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D6EBE9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Content"/>
          <p:cNvSpPr>
            <a:spLocks noGrp="1"/>
          </p:cNvSpPr>
          <p:nvPr>
            <p:ph idx="1"/>
          </p:nvPr>
        </p:nvSpPr>
        <p:spPr>
          <a:xfrm>
            <a:off x="685800" y="1417320"/>
            <a:ext cx="10820400" cy="45994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8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6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4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3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3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14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5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" name="Content left"/>
          <p:cNvSpPr>
            <a:spLocks noGrp="1"/>
          </p:cNvSpPr>
          <p:nvPr>
            <p:ph idx="1"/>
          </p:nvPr>
        </p:nvSpPr>
        <p:spPr>
          <a:xfrm>
            <a:off x="685800" y="1417320"/>
            <a:ext cx="5250180" cy="45994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8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6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4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3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8" name="Content right"/>
          <p:cNvSpPr>
            <a:spLocks noGrp="1"/>
          </p:cNvSpPr>
          <p:nvPr>
            <p:ph idx="2"/>
          </p:nvPr>
        </p:nvSpPr>
        <p:spPr>
          <a:xfrm>
            <a:off x="6256020" y="1417320"/>
            <a:ext cx="5250180" cy="45994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8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6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4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3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9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20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1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hree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3" name="Content 1"/>
          <p:cNvSpPr>
            <a:spLocks noGrp="1"/>
          </p:cNvSpPr>
          <p:nvPr>
            <p:ph idx="1"/>
          </p:nvPr>
        </p:nvSpPr>
        <p:spPr>
          <a:xfrm>
            <a:off x="685800" y="1417320"/>
            <a:ext cx="3423920" cy="45994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4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4" name="Content 2"/>
          <p:cNvSpPr>
            <a:spLocks noGrp="1"/>
          </p:cNvSpPr>
          <p:nvPr>
            <p:ph idx="2"/>
          </p:nvPr>
        </p:nvSpPr>
        <p:spPr>
          <a:xfrm>
            <a:off x="4384040" y="1417320"/>
            <a:ext cx="3423920" cy="45994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4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5" name="Content 3"/>
          <p:cNvSpPr>
            <a:spLocks noGrp="1"/>
          </p:cNvSpPr>
          <p:nvPr>
            <p:ph idx="3"/>
          </p:nvPr>
        </p:nvSpPr>
        <p:spPr>
          <a:xfrm>
            <a:off x="8082280" y="1417320"/>
            <a:ext cx="3423920" cy="45994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4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6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27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8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" name="Text"/>
          <p:cNvSpPr>
            <a:spLocks noGrp="1"/>
          </p:cNvSpPr>
          <p:nvPr>
            <p:ph type="body" idx="1"/>
          </p:nvPr>
        </p:nvSpPr>
        <p:spPr>
          <a:xfrm>
            <a:off x="685800" y="1417320"/>
            <a:ext cx="5250180" cy="45994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6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4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1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Picture"/>
          <p:cNvSpPr>
            <a:spLocks noGrp="1"/>
          </p:cNvSpPr>
          <p:nvPr>
            <p:ph type="pic" idx="2"/>
          </p:nvPr>
        </p:nvSpPr>
        <p:spPr>
          <a:xfrm>
            <a:off x="6256020" y="1417320"/>
            <a:ext cx="5250180" cy="4599432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0" tIns="0" rIns="0" bIns="0" anchor="ctr" wrap="square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Click to add picture</a:t>
            </a:r>
          </a:p>
        </p:txBody>
      </p:sp>
      <p:sp>
        <p:nvSpPr>
          <p:cNvPr id="32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33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34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Full-Wid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ull-bleed image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434840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0" tIns="0" rIns="0" bIns="0" anchor="ctr" wrap="square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Click to add picture</a:t>
            </a:r>
          </a:p>
        </p:txBody>
      </p:sp>
      <p:sp>
        <p:nvSpPr>
          <p:cNvPr id="36" name="Title"/>
          <p:cNvSpPr>
            <a:spLocks noGrp="1"/>
          </p:cNvSpPr>
          <p:nvPr>
            <p:ph type="title"/>
          </p:nvPr>
        </p:nvSpPr>
        <p:spPr>
          <a:xfrm>
            <a:off x="685800" y="4636008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spc="-30">
                <a:solidFill>
                  <a:srgbClr val="1B3B5C"/>
                </a:solidFill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7" name="Caption"/>
          <p:cNvSpPr>
            <a:spLocks noGrp="1"/>
          </p:cNvSpPr>
          <p:nvPr>
            <p:ph type="body" idx="2"/>
          </p:nvPr>
        </p:nvSpPr>
        <p:spPr>
          <a:xfrm>
            <a:off x="685800" y="5276088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100">
                <a:solidFill>
                  <a:srgbClr val="5C7079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Caption or source</a:t>
            </a:r>
          </a:p>
        </p:txBody>
      </p:sp>
      <p:pic>
        <p:nvPicPr>
          <p:cNvPr id="38" name="UoH emblem" descr="University of Ha'il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6246" y="4709160"/>
            <a:ext cx="439954" cy="603504"/>
          </a:xfrm>
          <a:prstGeom prst="rect">
            <a:avLst/>
          </a:prstGeom>
        </p:spPr>
      </p:pic>
      <p:sp>
        <p:nvSpPr>
          <p:cNvPr id="39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" name="Picture"/>
          <p:cNvSpPr>
            <a:spLocks noGrp="1"/>
          </p:cNvSpPr>
          <p:nvPr>
            <p:ph type="pic" idx="1"/>
          </p:nvPr>
        </p:nvSpPr>
        <p:spPr>
          <a:xfrm>
            <a:off x="685800" y="1417320"/>
            <a:ext cx="5250180" cy="4599432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0" tIns="0" rIns="0" bIns="0" anchor="ctr" wrap="square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Click to add picture</a:t>
            </a:r>
          </a:p>
        </p:txBody>
      </p:sp>
      <p:sp>
        <p:nvSpPr>
          <p:cNvPr id="42" name="Text"/>
          <p:cNvSpPr>
            <a:spLocks noGrp="1"/>
          </p:cNvSpPr>
          <p:nvPr>
            <p:ph type="body" idx="2"/>
          </p:nvPr>
        </p:nvSpPr>
        <p:spPr>
          <a:xfrm>
            <a:off x="6256020" y="1417320"/>
            <a:ext cx="5250180" cy="45994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6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4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1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3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44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45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7" name="Lead statement"/>
          <p:cNvSpPr>
            <a:spLocks noGrp="1"/>
          </p:cNvSpPr>
          <p:nvPr>
            <p:ph type="body" idx="1"/>
          </p:nvPr>
        </p:nvSpPr>
        <p:spPr>
          <a:xfrm>
            <a:off x="685800" y="1417320"/>
            <a:ext cx="10820400" cy="960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700">
                <a:solidFill>
                  <a:srgbClr val="1B6E82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500">
                <a:solidFill>
                  <a:srgbClr val="1B6E82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300">
                <a:solidFill>
                  <a:srgbClr val="1B6E82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200">
                <a:solidFill>
                  <a:srgbClr val="1B6E82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100">
                <a:solidFill>
                  <a:srgbClr val="1B6E82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The one message a reader must take away</a:t>
            </a:r>
          </a:p>
        </p:txBody>
      </p:sp>
      <p:sp>
        <p:nvSpPr>
          <p:cNvPr id="48" name="Summary card 1"/>
          <p:cNvSpPr>
            <a:spLocks noGrp="1"/>
          </p:cNvSpPr>
          <p:nvPr>
            <p:ph type="body" idx="2"/>
          </p:nvPr>
        </p:nvSpPr>
        <p:spPr>
          <a:xfrm>
            <a:off x="685800" y="2651760"/>
            <a:ext cx="3423920" cy="3364992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500" b="1">
                <a:solidFill>
                  <a:srgbClr val="1B3B5C"/>
                </a:solidFill>
                <a:latin typeface="+mj-lt"/>
                <a:cs typeface="+mj-cs"/>
              </a:defRPr>
            </a:lvl1pPr>
            <a:lvl2pPr marL="219456" indent="-219456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200">
                <a:solidFill>
                  <a:srgbClr val="1C2B33"/>
                </a:solidFill>
                <a:latin typeface="+mn-lt"/>
                <a:cs typeface="+mn-cs"/>
              </a:defRPr>
            </a:lvl2pPr>
          </a:lstStyle>
          <a:p>
            <a:pPr lvl="0"/>
            <a:r>
              <a:rPr lang="en-US"/>
              <a:t>Situation</a:t>
            </a:r>
          </a:p>
          <a:p>
            <a:pPr lvl="1"/>
            <a:r>
              <a:rPr lang="en-US"/>
              <a:t>Supporting point</a:t>
            </a:r>
          </a:p>
        </p:txBody>
      </p:sp>
      <p:sp>
        <p:nvSpPr>
          <p:cNvPr id="49" name="Summary card 2"/>
          <p:cNvSpPr>
            <a:spLocks noGrp="1"/>
          </p:cNvSpPr>
          <p:nvPr>
            <p:ph type="body" idx="3"/>
          </p:nvPr>
        </p:nvSpPr>
        <p:spPr>
          <a:xfrm>
            <a:off x="4384040" y="2651760"/>
            <a:ext cx="3423920" cy="3364992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500" b="1">
                <a:solidFill>
                  <a:srgbClr val="1B3B5C"/>
                </a:solidFill>
                <a:latin typeface="+mj-lt"/>
                <a:cs typeface="+mj-cs"/>
              </a:defRPr>
            </a:lvl1pPr>
            <a:lvl2pPr marL="219456" indent="-219456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200">
                <a:solidFill>
                  <a:srgbClr val="1C2B33"/>
                </a:solidFill>
                <a:latin typeface="+mn-lt"/>
                <a:cs typeface="+mn-cs"/>
              </a:defRPr>
            </a:lvl2pPr>
          </a:lstStyle>
          <a:p>
            <a:pPr lvl="0"/>
            <a:r>
              <a:rPr lang="en-US"/>
              <a:t>Findings</a:t>
            </a:r>
          </a:p>
          <a:p>
            <a:pPr lvl="1"/>
            <a:r>
              <a:rPr lang="en-US"/>
              <a:t>Supporting point</a:t>
            </a:r>
          </a:p>
        </p:txBody>
      </p:sp>
      <p:sp>
        <p:nvSpPr>
          <p:cNvPr id="50" name="Summary card 3"/>
          <p:cNvSpPr>
            <a:spLocks noGrp="1"/>
          </p:cNvSpPr>
          <p:nvPr>
            <p:ph type="body" idx="4"/>
          </p:nvPr>
        </p:nvSpPr>
        <p:spPr>
          <a:xfrm>
            <a:off x="8082280" y="2651760"/>
            <a:ext cx="3423920" cy="3364992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500" b="1">
                <a:solidFill>
                  <a:srgbClr val="1B3B5C"/>
                </a:solidFill>
                <a:latin typeface="+mj-lt"/>
                <a:cs typeface="+mj-cs"/>
              </a:defRPr>
            </a:lvl1pPr>
            <a:lvl2pPr marL="219456" indent="-219456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200">
                <a:solidFill>
                  <a:srgbClr val="1C2B33"/>
                </a:solidFill>
                <a:latin typeface="+mn-lt"/>
                <a:cs typeface="+mn-cs"/>
              </a:defRPr>
            </a:lvl2pPr>
          </a:lstStyle>
          <a:p>
            <a:pPr lvl="0"/>
            <a:r>
              <a:rPr lang="en-US"/>
              <a:t>Recommendation</a:t>
            </a:r>
          </a:p>
          <a:p>
            <a:pPr lvl="1"/>
            <a:r>
              <a:rPr lang="en-US"/>
              <a:t>Supporting point</a:t>
            </a:r>
          </a:p>
        </p:txBody>
      </p:sp>
      <p:sp>
        <p:nvSpPr>
          <p:cNvPr id="51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52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3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ey Mess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5" name="Message number 1"/>
          <p:cNvSpPr/>
          <p:nvPr/>
        </p:nvSpPr>
        <p:spPr>
          <a:xfrm>
            <a:off x="685800" y="1417320"/>
            <a:ext cx="777240" cy="12984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/>
          <a:p>
            <a:pPr algn="l"/>
            <a:r>
              <a:rPr lang="en-US" sz="2800" b="1">
                <a:solidFill>
                  <a:srgbClr val="14A197"/>
                </a:solidFill>
                <a:latin typeface="+mj-lt"/>
                <a:cs typeface="+mj-cs"/>
              </a:rPr>
              <a:t>01</a:t>
            </a:r>
          </a:p>
        </p:txBody>
      </p:sp>
      <p:sp>
        <p:nvSpPr>
          <p:cNvPr id="56" name="Key message 1"/>
          <p:cNvSpPr>
            <a:spLocks noGrp="1"/>
          </p:cNvSpPr>
          <p:nvPr>
            <p:ph type="body" idx="1"/>
          </p:nvPr>
        </p:nvSpPr>
        <p:spPr>
          <a:xfrm>
            <a:off x="1554480" y="1417320"/>
            <a:ext cx="9951720" cy="1298448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ctr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700" b="1">
                <a:solidFill>
                  <a:srgbClr val="1B3B5C"/>
                </a:solidFill>
                <a:latin typeface="+mj-lt"/>
                <a:cs typeface="+mj-cs"/>
              </a:defRPr>
            </a:lvl1pPr>
            <a:lvl2pPr marL="219456" indent="-219456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1C2B33"/>
                </a:solidFill>
                <a:latin typeface="+mn-lt"/>
                <a:cs typeface="+mn-cs"/>
              </a:defRPr>
            </a:lvl2pPr>
          </a:lstStyle>
          <a:p>
            <a:pPr lvl="0"/>
            <a:r>
              <a:rPr lang="en-US"/>
              <a:t>Key message headline</a:t>
            </a:r>
          </a:p>
          <a:p>
            <a:pPr lvl="1"/>
            <a:r>
              <a:rPr lang="en-US"/>
              <a:t>Why it matters, in one line</a:t>
            </a:r>
          </a:p>
        </p:txBody>
      </p:sp>
      <p:sp>
        <p:nvSpPr>
          <p:cNvPr id="57" name="Message number 2"/>
          <p:cNvSpPr/>
          <p:nvPr/>
        </p:nvSpPr>
        <p:spPr>
          <a:xfrm>
            <a:off x="685800" y="2916936"/>
            <a:ext cx="777240" cy="12984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/>
          <a:p>
            <a:pPr algn="l"/>
            <a:r>
              <a:rPr lang="en-US" sz="2800" b="1">
                <a:solidFill>
                  <a:srgbClr val="14A197"/>
                </a:solidFill>
                <a:latin typeface="+mj-lt"/>
                <a:cs typeface="+mj-cs"/>
              </a:rPr>
              <a:t>02</a:t>
            </a:r>
          </a:p>
        </p:txBody>
      </p:sp>
      <p:sp>
        <p:nvSpPr>
          <p:cNvPr id="58" name="Key message 2"/>
          <p:cNvSpPr>
            <a:spLocks noGrp="1"/>
          </p:cNvSpPr>
          <p:nvPr>
            <p:ph type="body" idx="2"/>
          </p:nvPr>
        </p:nvSpPr>
        <p:spPr>
          <a:xfrm>
            <a:off x="1554480" y="2916936"/>
            <a:ext cx="9951720" cy="1298448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ctr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700" b="1">
                <a:solidFill>
                  <a:srgbClr val="1B3B5C"/>
                </a:solidFill>
                <a:latin typeface="+mj-lt"/>
                <a:cs typeface="+mj-cs"/>
              </a:defRPr>
            </a:lvl1pPr>
            <a:lvl2pPr marL="219456" indent="-219456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1C2B33"/>
                </a:solidFill>
                <a:latin typeface="+mn-lt"/>
                <a:cs typeface="+mn-cs"/>
              </a:defRPr>
            </a:lvl2pPr>
          </a:lstStyle>
          <a:p>
            <a:pPr lvl="0"/>
            <a:r>
              <a:rPr lang="en-US"/>
              <a:t>Key message headline</a:t>
            </a:r>
          </a:p>
          <a:p>
            <a:pPr lvl="1"/>
            <a:r>
              <a:rPr lang="en-US"/>
              <a:t>Why it matters, in one line</a:t>
            </a:r>
          </a:p>
        </p:txBody>
      </p:sp>
      <p:sp>
        <p:nvSpPr>
          <p:cNvPr id="59" name="Message number 3"/>
          <p:cNvSpPr/>
          <p:nvPr/>
        </p:nvSpPr>
        <p:spPr>
          <a:xfrm>
            <a:off x="685800" y="4416552"/>
            <a:ext cx="777240" cy="12984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/>
          <a:p>
            <a:pPr algn="l"/>
            <a:r>
              <a:rPr lang="en-US" sz="2800" b="1">
                <a:solidFill>
                  <a:srgbClr val="14A197"/>
                </a:solidFill>
                <a:latin typeface="+mj-lt"/>
                <a:cs typeface="+mj-cs"/>
              </a:rPr>
              <a:t>03</a:t>
            </a:r>
          </a:p>
        </p:txBody>
      </p:sp>
      <p:sp>
        <p:nvSpPr>
          <p:cNvPr id="60" name="Key message 3"/>
          <p:cNvSpPr>
            <a:spLocks noGrp="1"/>
          </p:cNvSpPr>
          <p:nvPr>
            <p:ph type="body" idx="3"/>
          </p:nvPr>
        </p:nvSpPr>
        <p:spPr>
          <a:xfrm>
            <a:off x="1554480" y="4416552"/>
            <a:ext cx="9951720" cy="1298448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ctr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700" b="1">
                <a:solidFill>
                  <a:srgbClr val="1B3B5C"/>
                </a:solidFill>
                <a:latin typeface="+mj-lt"/>
                <a:cs typeface="+mj-cs"/>
              </a:defRPr>
            </a:lvl1pPr>
            <a:lvl2pPr marL="219456" indent="-219456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1C2B33"/>
                </a:solidFill>
                <a:latin typeface="+mn-lt"/>
                <a:cs typeface="+mn-cs"/>
              </a:defRPr>
            </a:lvl2pPr>
          </a:lstStyle>
          <a:p>
            <a:pPr lvl="0"/>
            <a:r>
              <a:rPr lang="en-US"/>
              <a:t>Key message headline</a:t>
            </a:r>
          </a:p>
          <a:p>
            <a:pPr lvl="1"/>
            <a:r>
              <a:rPr lang="en-US"/>
              <a:t>Why it matters, in one line</a:t>
            </a:r>
          </a:p>
        </p:txBody>
      </p:sp>
      <p:sp>
        <p:nvSpPr>
          <p:cNvPr id="61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62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3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PI 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5" name="KPI tile 1"/>
          <p:cNvSpPr>
            <a:spLocks noGrp="1"/>
          </p:cNvSpPr>
          <p:nvPr>
            <p:ph type="body" idx="1"/>
          </p:nvPr>
        </p:nvSpPr>
        <p:spPr>
          <a:xfrm>
            <a:off x="685800" y="1417320"/>
            <a:ext cx="2533650" cy="1783080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ctr" wrap="square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4000" b="1" spc="-40">
                <a:solidFill>
                  <a:srgbClr val="1B6E82"/>
                </a:solidFill>
                <a:latin typeface="+mj-lt"/>
                <a:cs typeface="+mj-cs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spc="60" cap="all">
                <a:solidFill>
                  <a:srgbClr val="5C7079"/>
                </a:solidFill>
                <a:latin typeface="+mn-lt"/>
                <a:cs typeface="+mn-cs"/>
              </a:defRPr>
            </a:lvl2pPr>
          </a:lstStyle>
          <a:p>
            <a:pPr lvl="0"/>
            <a:r>
              <a:rPr lang="en-US"/>
              <a:t>00.0%</a:t>
            </a:r>
          </a:p>
          <a:p>
            <a:pPr lvl="1"/>
            <a:r>
              <a:rPr lang="en-US"/>
              <a:t>Indicator name</a:t>
            </a:r>
          </a:p>
        </p:txBody>
      </p:sp>
      <p:sp>
        <p:nvSpPr>
          <p:cNvPr id="66" name="KPI tile 2"/>
          <p:cNvSpPr>
            <a:spLocks noGrp="1"/>
          </p:cNvSpPr>
          <p:nvPr>
            <p:ph type="body" idx="2"/>
          </p:nvPr>
        </p:nvSpPr>
        <p:spPr>
          <a:xfrm>
            <a:off x="3448050" y="1417320"/>
            <a:ext cx="2533650" cy="1783080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ctr" wrap="square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4000" b="1" spc="-40">
                <a:solidFill>
                  <a:srgbClr val="1B6E82"/>
                </a:solidFill>
                <a:latin typeface="+mj-lt"/>
                <a:cs typeface="+mj-cs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spc="60" cap="all">
                <a:solidFill>
                  <a:srgbClr val="5C7079"/>
                </a:solidFill>
                <a:latin typeface="+mn-lt"/>
                <a:cs typeface="+mn-cs"/>
              </a:defRPr>
            </a:lvl2pPr>
          </a:lstStyle>
          <a:p>
            <a:pPr lvl="0"/>
            <a:r>
              <a:rPr lang="en-US"/>
              <a:t>00.0%</a:t>
            </a:r>
          </a:p>
          <a:p>
            <a:pPr lvl="1"/>
            <a:r>
              <a:rPr lang="en-US"/>
              <a:t>Indicator name</a:t>
            </a:r>
          </a:p>
        </p:txBody>
      </p:sp>
      <p:sp>
        <p:nvSpPr>
          <p:cNvPr id="67" name="KPI tile 3"/>
          <p:cNvSpPr>
            <a:spLocks noGrp="1"/>
          </p:cNvSpPr>
          <p:nvPr>
            <p:ph type="body" idx="3"/>
          </p:nvPr>
        </p:nvSpPr>
        <p:spPr>
          <a:xfrm>
            <a:off x="6210300" y="1417320"/>
            <a:ext cx="2533650" cy="1783080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ctr" wrap="square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4000" b="1" spc="-40">
                <a:solidFill>
                  <a:srgbClr val="1B6E82"/>
                </a:solidFill>
                <a:latin typeface="+mj-lt"/>
                <a:cs typeface="+mj-cs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spc="60" cap="all">
                <a:solidFill>
                  <a:srgbClr val="5C7079"/>
                </a:solidFill>
                <a:latin typeface="+mn-lt"/>
                <a:cs typeface="+mn-cs"/>
              </a:defRPr>
            </a:lvl2pPr>
          </a:lstStyle>
          <a:p>
            <a:pPr lvl="0"/>
            <a:r>
              <a:rPr lang="en-US"/>
              <a:t>00.0%</a:t>
            </a:r>
          </a:p>
          <a:p>
            <a:pPr lvl="1"/>
            <a:r>
              <a:rPr lang="en-US"/>
              <a:t>Indicator name</a:t>
            </a:r>
          </a:p>
        </p:txBody>
      </p:sp>
      <p:sp>
        <p:nvSpPr>
          <p:cNvPr id="68" name="KPI tile 4"/>
          <p:cNvSpPr>
            <a:spLocks noGrp="1"/>
          </p:cNvSpPr>
          <p:nvPr>
            <p:ph type="body" idx="4"/>
          </p:nvPr>
        </p:nvSpPr>
        <p:spPr>
          <a:xfrm>
            <a:off x="8972550" y="1417320"/>
            <a:ext cx="2533650" cy="1783080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ctr" wrap="square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4000" b="1" spc="-40">
                <a:solidFill>
                  <a:srgbClr val="1B6E82"/>
                </a:solidFill>
                <a:latin typeface="+mj-lt"/>
                <a:cs typeface="+mj-cs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spc="60" cap="all">
                <a:solidFill>
                  <a:srgbClr val="5C7079"/>
                </a:solidFill>
                <a:latin typeface="+mn-lt"/>
                <a:cs typeface="+mn-cs"/>
              </a:defRPr>
            </a:lvl2pPr>
          </a:lstStyle>
          <a:p>
            <a:pPr lvl="0"/>
            <a:r>
              <a:rPr lang="en-US"/>
              <a:t>00.0%</a:t>
            </a:r>
          </a:p>
          <a:p>
            <a:pPr lvl="1"/>
            <a:r>
              <a:rPr lang="en-US"/>
              <a:t>Indicator name</a:t>
            </a:r>
          </a:p>
        </p:txBody>
      </p:sp>
      <p:sp>
        <p:nvSpPr>
          <p:cNvPr id="69" name="Dashboard detail"/>
          <p:cNvSpPr>
            <a:spLocks noGrp="1"/>
          </p:cNvSpPr>
          <p:nvPr>
            <p:ph idx="5"/>
          </p:nvPr>
        </p:nvSpPr>
        <p:spPr>
          <a:xfrm>
            <a:off x="685800" y="3456432"/>
            <a:ext cx="10820400" cy="2560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8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6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4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3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a chart or table</a:t>
            </a:r>
          </a:p>
        </p:txBody>
      </p:sp>
      <p:sp>
        <p:nvSpPr>
          <p:cNvPr id="70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71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2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Data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4" name="Chart"/>
          <p:cNvSpPr>
            <a:spLocks noGrp="1"/>
          </p:cNvSpPr>
          <p:nvPr>
            <p:ph idx="1"/>
          </p:nvPr>
        </p:nvSpPr>
        <p:spPr>
          <a:xfrm>
            <a:off x="685800" y="1417320"/>
            <a:ext cx="6903720" cy="45994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8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6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4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3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a chart</a:t>
            </a:r>
          </a:p>
        </p:txBody>
      </p:sp>
      <p:sp>
        <p:nvSpPr>
          <p:cNvPr id="75" name="Insight panel"/>
          <p:cNvSpPr>
            <a:spLocks noGrp="1"/>
          </p:cNvSpPr>
          <p:nvPr>
            <p:ph type="body" idx="2"/>
          </p:nvPr>
        </p:nvSpPr>
        <p:spPr>
          <a:xfrm>
            <a:off x="7909560" y="1417320"/>
            <a:ext cx="3596640" cy="4599432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500" b="1">
                <a:solidFill>
                  <a:srgbClr val="1B3B5C"/>
                </a:solidFill>
                <a:latin typeface="+mj-lt"/>
                <a:cs typeface="+mj-cs"/>
              </a:defRPr>
            </a:lvl1pPr>
            <a:lvl2pPr marL="219456" indent="-219456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200">
                <a:solidFill>
                  <a:srgbClr val="1C2B33"/>
                </a:solidFill>
                <a:latin typeface="+mn-lt"/>
                <a:cs typeface="+mn-cs"/>
              </a:defRPr>
            </a:lvl2pPr>
          </a:lstStyle>
          <a:p>
            <a:pPr lvl="0"/>
            <a:r>
              <a:rPr lang="en-US"/>
              <a:t>What the data shows</a:t>
            </a:r>
          </a:p>
          <a:p>
            <a:pPr lvl="1"/>
            <a:r>
              <a:rPr lang="en-US"/>
              <a:t>Read-across for the reader</a:t>
            </a:r>
          </a:p>
        </p:txBody>
      </p:sp>
      <p:sp>
        <p:nvSpPr>
          <p:cNvPr id="76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77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8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0" name="Table"/>
          <p:cNvSpPr>
            <a:spLocks noGrp="1"/>
          </p:cNvSpPr>
          <p:nvPr>
            <p:ph idx="1"/>
          </p:nvPr>
        </p:nvSpPr>
        <p:spPr>
          <a:xfrm>
            <a:off x="685800" y="1417320"/>
            <a:ext cx="10820400" cy="39593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8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6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4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3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a table</a:t>
            </a:r>
          </a:p>
        </p:txBody>
      </p:sp>
      <p:sp>
        <p:nvSpPr>
          <p:cNvPr id="81" name="Table note"/>
          <p:cNvSpPr>
            <a:spLocks noGrp="1"/>
          </p:cNvSpPr>
          <p:nvPr>
            <p:ph type="body" idx="2"/>
          </p:nvPr>
        </p:nvSpPr>
        <p:spPr>
          <a:xfrm>
            <a:off x="685800" y="5559552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100">
                <a:solidFill>
                  <a:srgbClr val="5C7079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Source or note</a:t>
            </a:r>
          </a:p>
        </p:txBody>
      </p:sp>
      <p:sp>
        <p:nvSpPr>
          <p:cNvPr id="82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83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84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rocess /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6" name="Timeline rule"/>
          <p:cNvSpPr/>
          <p:nvPr/>
        </p:nvSpPr>
        <p:spPr>
          <a:xfrm>
            <a:off x="923544" y="2215642"/>
            <a:ext cx="9328709" cy="12700"/>
          </a:xfrm>
          <a:prstGeom prst="rect">
            <a:avLst/>
          </a:prstGeom>
          <a:solidFill>
            <a:srgbClr val="6BC5B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Step badge 1"/>
          <p:cNvSpPr/>
          <p:nvPr/>
        </p:nvSpPr>
        <p:spPr>
          <a:xfrm>
            <a:off x="685800" y="1984248"/>
            <a:ext cx="475488" cy="475488"/>
          </a:xfrm>
          <a:prstGeom prst="ellipse">
            <a:avLst/>
          </a:prstGeom>
          <a:solidFill>
            <a:srgbClr val="1B6E82"/>
          </a:solidFill>
          <a:ln>
            <a:noFill/>
          </a:ln>
        </p:spPr>
        <p:txBody>
          <a:bodyPr lIns="0" tIns="0" rIns="0" bIns="0" anchor="ctr" wrap="square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+mj-lt"/>
                <a:cs typeface="+mj-cs"/>
              </a:rPr>
              <a:t>1</a:t>
            </a:r>
          </a:p>
        </p:txBody>
      </p:sp>
      <p:sp>
        <p:nvSpPr>
          <p:cNvPr id="88" name="Step 1"/>
          <p:cNvSpPr>
            <a:spLocks noGrp="1"/>
          </p:cNvSpPr>
          <p:nvPr>
            <p:ph type="body" idx="1"/>
          </p:nvPr>
        </p:nvSpPr>
        <p:spPr>
          <a:xfrm>
            <a:off x="685800" y="2715768"/>
            <a:ext cx="2032406" cy="33009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1">
                <a:solidFill>
                  <a:srgbClr val="1B3B5C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200">
                <a:solidFill>
                  <a:srgbClr val="1B3B5C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Step title</a:t>
            </a:r>
          </a:p>
        </p:txBody>
      </p:sp>
      <p:sp>
        <p:nvSpPr>
          <p:cNvPr id="89" name="Step badge 2"/>
          <p:cNvSpPr/>
          <p:nvPr/>
        </p:nvSpPr>
        <p:spPr>
          <a:xfrm>
            <a:off x="2882798" y="1984248"/>
            <a:ext cx="475488" cy="475488"/>
          </a:xfrm>
          <a:prstGeom prst="ellipse">
            <a:avLst/>
          </a:prstGeom>
          <a:solidFill>
            <a:srgbClr val="1B6E82"/>
          </a:solidFill>
          <a:ln>
            <a:noFill/>
          </a:ln>
        </p:spPr>
        <p:txBody>
          <a:bodyPr lIns="0" tIns="0" rIns="0" bIns="0" anchor="ctr" wrap="square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+mj-lt"/>
                <a:cs typeface="+mj-cs"/>
              </a:rPr>
              <a:t>2</a:t>
            </a:r>
          </a:p>
        </p:txBody>
      </p:sp>
      <p:sp>
        <p:nvSpPr>
          <p:cNvPr id="90" name="Step 2"/>
          <p:cNvSpPr>
            <a:spLocks noGrp="1"/>
          </p:cNvSpPr>
          <p:nvPr>
            <p:ph type="body" idx="2"/>
          </p:nvPr>
        </p:nvSpPr>
        <p:spPr>
          <a:xfrm>
            <a:off x="2882798" y="2715768"/>
            <a:ext cx="2032406" cy="33009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1">
                <a:solidFill>
                  <a:srgbClr val="1B3B5C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200">
                <a:solidFill>
                  <a:srgbClr val="1B3B5C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Step title</a:t>
            </a:r>
          </a:p>
        </p:txBody>
      </p:sp>
      <p:sp>
        <p:nvSpPr>
          <p:cNvPr id="91" name="Step badge 3"/>
          <p:cNvSpPr/>
          <p:nvPr/>
        </p:nvSpPr>
        <p:spPr>
          <a:xfrm>
            <a:off x="5079796" y="1984248"/>
            <a:ext cx="475488" cy="475488"/>
          </a:xfrm>
          <a:prstGeom prst="ellipse">
            <a:avLst/>
          </a:prstGeom>
          <a:solidFill>
            <a:srgbClr val="1B6E82"/>
          </a:solidFill>
          <a:ln>
            <a:noFill/>
          </a:ln>
        </p:spPr>
        <p:txBody>
          <a:bodyPr lIns="0" tIns="0" rIns="0" bIns="0" anchor="ctr" wrap="square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+mj-lt"/>
                <a:cs typeface="+mj-cs"/>
              </a:rPr>
              <a:t>3</a:t>
            </a:r>
          </a:p>
        </p:txBody>
      </p:sp>
      <p:sp>
        <p:nvSpPr>
          <p:cNvPr id="92" name="Step 3"/>
          <p:cNvSpPr>
            <a:spLocks noGrp="1"/>
          </p:cNvSpPr>
          <p:nvPr>
            <p:ph type="body" idx="3"/>
          </p:nvPr>
        </p:nvSpPr>
        <p:spPr>
          <a:xfrm>
            <a:off x="5079796" y="2715768"/>
            <a:ext cx="2032406" cy="33009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1">
                <a:solidFill>
                  <a:srgbClr val="1B3B5C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200">
                <a:solidFill>
                  <a:srgbClr val="1B3B5C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Step title</a:t>
            </a:r>
          </a:p>
        </p:txBody>
      </p:sp>
      <p:sp>
        <p:nvSpPr>
          <p:cNvPr id="93" name="Step badge 4"/>
          <p:cNvSpPr/>
          <p:nvPr/>
        </p:nvSpPr>
        <p:spPr>
          <a:xfrm>
            <a:off x="7276794" y="1984248"/>
            <a:ext cx="475488" cy="475488"/>
          </a:xfrm>
          <a:prstGeom prst="ellipse">
            <a:avLst/>
          </a:prstGeom>
          <a:solidFill>
            <a:srgbClr val="1B6E82"/>
          </a:solidFill>
          <a:ln>
            <a:noFill/>
          </a:ln>
        </p:spPr>
        <p:txBody>
          <a:bodyPr lIns="0" tIns="0" rIns="0" bIns="0" anchor="ctr" wrap="square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+mj-lt"/>
                <a:cs typeface="+mj-cs"/>
              </a:rPr>
              <a:t>4</a:t>
            </a:r>
          </a:p>
        </p:txBody>
      </p:sp>
      <p:sp>
        <p:nvSpPr>
          <p:cNvPr id="94" name="Step 4"/>
          <p:cNvSpPr>
            <a:spLocks noGrp="1"/>
          </p:cNvSpPr>
          <p:nvPr>
            <p:ph type="body" idx="4"/>
          </p:nvPr>
        </p:nvSpPr>
        <p:spPr>
          <a:xfrm>
            <a:off x="7276794" y="2715768"/>
            <a:ext cx="2032406" cy="33009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1">
                <a:solidFill>
                  <a:srgbClr val="1B3B5C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200">
                <a:solidFill>
                  <a:srgbClr val="1B3B5C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Step title</a:t>
            </a:r>
          </a:p>
        </p:txBody>
      </p:sp>
      <p:sp>
        <p:nvSpPr>
          <p:cNvPr id="95" name="Step badge 5"/>
          <p:cNvSpPr/>
          <p:nvPr/>
        </p:nvSpPr>
        <p:spPr>
          <a:xfrm>
            <a:off x="9473792" y="1984248"/>
            <a:ext cx="475488" cy="475488"/>
          </a:xfrm>
          <a:prstGeom prst="ellipse">
            <a:avLst/>
          </a:prstGeom>
          <a:solidFill>
            <a:srgbClr val="1B6E82"/>
          </a:solidFill>
          <a:ln>
            <a:noFill/>
          </a:ln>
        </p:spPr>
        <p:txBody>
          <a:bodyPr lIns="0" tIns="0" rIns="0" bIns="0" anchor="ctr" wrap="square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+mj-lt"/>
                <a:cs typeface="+mj-cs"/>
              </a:rPr>
              <a:t>5</a:t>
            </a:r>
          </a:p>
        </p:txBody>
      </p:sp>
      <p:sp>
        <p:nvSpPr>
          <p:cNvPr id="96" name="Step 5"/>
          <p:cNvSpPr>
            <a:spLocks noGrp="1"/>
          </p:cNvSpPr>
          <p:nvPr>
            <p:ph type="body" idx="5"/>
          </p:nvPr>
        </p:nvSpPr>
        <p:spPr>
          <a:xfrm>
            <a:off x="9473792" y="2715768"/>
            <a:ext cx="2032406" cy="33009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1">
                <a:solidFill>
                  <a:srgbClr val="1B3B5C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200">
                <a:solidFill>
                  <a:srgbClr val="1B3B5C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000">
                <a:solidFill>
                  <a:srgbClr val="1B3B5C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Step title</a:t>
            </a:r>
          </a:p>
        </p:txBody>
      </p:sp>
      <p:sp>
        <p:nvSpPr>
          <p:cNvPr id="97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98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99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1" name="Phase 1 title"/>
          <p:cNvSpPr>
            <a:spLocks noGrp="1"/>
          </p:cNvSpPr>
          <p:nvPr>
            <p:ph type="body" idx="1"/>
          </p:nvPr>
        </p:nvSpPr>
        <p:spPr>
          <a:xfrm>
            <a:off x="685800" y="1417320"/>
            <a:ext cx="2533650" cy="502920"/>
          </a:xfrm>
          <a:prstGeom prst="rect">
            <a:avLst/>
          </a:prstGeom>
          <a:solidFill>
            <a:srgbClr val="1B3B5C"/>
          </a:solidFill>
          <a:ln>
            <a:noFill/>
          </a:ln>
        </p:spPr>
        <p:txBody>
          <a:bodyPr lIns="91440" tIns="0" rIns="91440" bIns="0" anchor="ctr" wrap="square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Phase 1</a:t>
            </a:r>
          </a:p>
        </p:txBody>
      </p:sp>
      <p:sp>
        <p:nvSpPr>
          <p:cNvPr id="102" name="Phase 1 detail"/>
          <p:cNvSpPr>
            <a:spLocks noGrp="1"/>
          </p:cNvSpPr>
          <p:nvPr>
            <p:ph type="body" idx="5"/>
          </p:nvPr>
        </p:nvSpPr>
        <p:spPr>
          <a:xfrm>
            <a:off x="685800" y="1920240"/>
            <a:ext cx="2533650" cy="4096512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2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Deliverable</a:t>
            </a:r>
          </a:p>
        </p:txBody>
      </p:sp>
      <p:sp>
        <p:nvSpPr>
          <p:cNvPr id="103" name="Phase 2 title"/>
          <p:cNvSpPr>
            <a:spLocks noGrp="1"/>
          </p:cNvSpPr>
          <p:nvPr>
            <p:ph type="body" idx="2"/>
          </p:nvPr>
        </p:nvSpPr>
        <p:spPr>
          <a:xfrm>
            <a:off x="3448050" y="1417320"/>
            <a:ext cx="2533650" cy="502920"/>
          </a:xfrm>
          <a:prstGeom prst="rect">
            <a:avLst/>
          </a:prstGeom>
          <a:solidFill>
            <a:srgbClr val="1B6E82"/>
          </a:solidFill>
          <a:ln>
            <a:noFill/>
          </a:ln>
        </p:spPr>
        <p:txBody>
          <a:bodyPr lIns="91440" tIns="0" rIns="91440" bIns="0" anchor="ctr" wrap="square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Phase 2</a:t>
            </a:r>
          </a:p>
        </p:txBody>
      </p:sp>
      <p:sp>
        <p:nvSpPr>
          <p:cNvPr id="104" name="Phase 2 detail"/>
          <p:cNvSpPr>
            <a:spLocks noGrp="1"/>
          </p:cNvSpPr>
          <p:nvPr>
            <p:ph type="body" idx="6"/>
          </p:nvPr>
        </p:nvSpPr>
        <p:spPr>
          <a:xfrm>
            <a:off x="3448050" y="1920240"/>
            <a:ext cx="2533650" cy="4096512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2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Deliverable</a:t>
            </a:r>
          </a:p>
        </p:txBody>
      </p:sp>
      <p:sp>
        <p:nvSpPr>
          <p:cNvPr id="105" name="Phase 3 title"/>
          <p:cNvSpPr>
            <a:spLocks noGrp="1"/>
          </p:cNvSpPr>
          <p:nvPr>
            <p:ph type="body" idx="3"/>
          </p:nvPr>
        </p:nvSpPr>
        <p:spPr>
          <a:xfrm>
            <a:off x="6210300" y="1417320"/>
            <a:ext cx="2533650" cy="502920"/>
          </a:xfrm>
          <a:prstGeom prst="rect">
            <a:avLst/>
          </a:prstGeom>
          <a:solidFill>
            <a:srgbClr val="1B3B5C"/>
          </a:solidFill>
          <a:ln>
            <a:noFill/>
          </a:ln>
        </p:spPr>
        <p:txBody>
          <a:bodyPr lIns="91440" tIns="0" rIns="91440" bIns="0" anchor="ctr" wrap="square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Phase 3</a:t>
            </a:r>
          </a:p>
        </p:txBody>
      </p:sp>
      <p:sp>
        <p:nvSpPr>
          <p:cNvPr id="106" name="Phase 3 detail"/>
          <p:cNvSpPr>
            <a:spLocks noGrp="1"/>
          </p:cNvSpPr>
          <p:nvPr>
            <p:ph type="body" idx="7"/>
          </p:nvPr>
        </p:nvSpPr>
        <p:spPr>
          <a:xfrm>
            <a:off x="6210300" y="1920240"/>
            <a:ext cx="2533650" cy="4096512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2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Deliverable</a:t>
            </a:r>
          </a:p>
        </p:txBody>
      </p:sp>
      <p:sp>
        <p:nvSpPr>
          <p:cNvPr id="107" name="Phase 4 title"/>
          <p:cNvSpPr>
            <a:spLocks noGrp="1"/>
          </p:cNvSpPr>
          <p:nvPr>
            <p:ph type="body" idx="4"/>
          </p:nvPr>
        </p:nvSpPr>
        <p:spPr>
          <a:xfrm>
            <a:off x="8972550" y="1417320"/>
            <a:ext cx="2533650" cy="502920"/>
          </a:xfrm>
          <a:prstGeom prst="rect">
            <a:avLst/>
          </a:prstGeom>
          <a:solidFill>
            <a:srgbClr val="1B6E82"/>
          </a:solidFill>
          <a:ln>
            <a:noFill/>
          </a:ln>
        </p:spPr>
        <p:txBody>
          <a:bodyPr lIns="91440" tIns="0" rIns="91440" bIns="0" anchor="ctr" wrap="square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Phase 4</a:t>
            </a:r>
          </a:p>
        </p:txBody>
      </p:sp>
      <p:sp>
        <p:nvSpPr>
          <p:cNvPr id="108" name="Phase 4 detail"/>
          <p:cNvSpPr>
            <a:spLocks noGrp="1"/>
          </p:cNvSpPr>
          <p:nvPr>
            <p:ph type="body" idx="8"/>
          </p:nvPr>
        </p:nvSpPr>
        <p:spPr>
          <a:xfrm>
            <a:off x="8972550" y="1920240"/>
            <a:ext cx="2533650" cy="4096512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2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Deliverable</a:t>
            </a:r>
          </a:p>
        </p:txBody>
      </p:sp>
      <p:sp>
        <p:nvSpPr>
          <p:cNvPr id="109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110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1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Organisational Stru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3" name="Org chart"/>
          <p:cNvSpPr>
            <a:spLocks noGrp="1"/>
          </p:cNvSpPr>
          <p:nvPr>
            <p:ph idx="1"/>
          </p:nvPr>
        </p:nvSpPr>
        <p:spPr>
          <a:xfrm>
            <a:off x="685800" y="1417320"/>
            <a:ext cx="10820400" cy="40965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8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6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4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3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the organisation chart (SmartArt)</a:t>
            </a:r>
          </a:p>
        </p:txBody>
      </p:sp>
      <p:sp>
        <p:nvSpPr>
          <p:cNvPr id="114" name="Chart note"/>
          <p:cNvSpPr>
            <a:spLocks noGrp="1"/>
          </p:cNvSpPr>
          <p:nvPr>
            <p:ph type="body" idx="2"/>
          </p:nvPr>
        </p:nvSpPr>
        <p:spPr>
          <a:xfrm>
            <a:off x="685800" y="5559552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100">
                <a:solidFill>
                  <a:srgbClr val="5C7079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Effective date or approving authority</a:t>
            </a:r>
          </a:p>
        </p:txBody>
      </p:sp>
      <p:sp>
        <p:nvSpPr>
          <p:cNvPr id="115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116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7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Architecture /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9" name="Diagram"/>
          <p:cNvSpPr>
            <a:spLocks noGrp="1"/>
          </p:cNvSpPr>
          <p:nvPr>
            <p:ph idx="1"/>
          </p:nvPr>
        </p:nvSpPr>
        <p:spPr>
          <a:xfrm>
            <a:off x="685800" y="1417320"/>
            <a:ext cx="8122920" cy="45994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8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6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4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3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Click to add the diagram</a:t>
            </a:r>
          </a:p>
        </p:txBody>
      </p:sp>
      <p:sp>
        <p:nvSpPr>
          <p:cNvPr id="120" name="Legend"/>
          <p:cNvSpPr>
            <a:spLocks noGrp="1"/>
          </p:cNvSpPr>
          <p:nvPr>
            <p:ph type="body" idx="2"/>
          </p:nvPr>
        </p:nvSpPr>
        <p:spPr>
          <a:xfrm>
            <a:off x="9128760" y="1417320"/>
            <a:ext cx="2377440" cy="4599432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>
                <a:solidFill>
                  <a:srgbClr val="1B3B5C"/>
                </a:solidFill>
                <a:latin typeface="+mj-lt"/>
                <a:cs typeface="+mj-cs"/>
              </a:defRPr>
            </a:lvl1pPr>
            <a:lvl2pPr marL="219456" indent="-219456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100">
                <a:solidFill>
                  <a:srgbClr val="1C2B33"/>
                </a:solidFill>
                <a:latin typeface="+mn-lt"/>
                <a:cs typeface="+mn-cs"/>
              </a:defRPr>
            </a:lvl2pPr>
          </a:lstStyle>
          <a:p>
            <a:pPr lvl="0"/>
            <a:r>
              <a:rPr lang="en-US"/>
              <a:t>Legend</a:t>
            </a:r>
          </a:p>
          <a:p>
            <a:pPr lvl="1"/>
            <a:r>
              <a:rPr lang="en-US"/>
              <a:t>Component or layer</a:t>
            </a:r>
          </a:p>
        </p:txBody>
      </p:sp>
      <p:sp>
        <p:nvSpPr>
          <p:cNvPr id="121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122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23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5" name="Option A title"/>
          <p:cNvSpPr>
            <a:spLocks noGrp="1"/>
          </p:cNvSpPr>
          <p:nvPr>
            <p:ph type="body" idx="1"/>
          </p:nvPr>
        </p:nvSpPr>
        <p:spPr>
          <a:xfrm>
            <a:off x="685800" y="1417320"/>
            <a:ext cx="5250180" cy="530352"/>
          </a:xfrm>
          <a:prstGeom prst="rect">
            <a:avLst/>
          </a:prstGeom>
          <a:solidFill>
            <a:srgbClr val="1B3B5C"/>
          </a:solidFill>
          <a:ln>
            <a:noFill/>
          </a:ln>
        </p:spPr>
        <p:txBody>
          <a:bodyPr lIns="0" tIns="0" rIns="0" bIns="0" anchor="ctr" wrap="square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FFFFFF"/>
                </a:solidFill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Option A</a:t>
            </a:r>
          </a:p>
        </p:txBody>
      </p:sp>
      <p:sp>
        <p:nvSpPr>
          <p:cNvPr id="126" name="Option B title"/>
          <p:cNvSpPr>
            <a:spLocks noGrp="1"/>
          </p:cNvSpPr>
          <p:nvPr>
            <p:ph type="body" idx="2"/>
          </p:nvPr>
        </p:nvSpPr>
        <p:spPr>
          <a:xfrm>
            <a:off x="6256020" y="1417320"/>
            <a:ext cx="5250180" cy="530352"/>
          </a:xfrm>
          <a:prstGeom prst="rect">
            <a:avLst/>
          </a:prstGeom>
          <a:solidFill>
            <a:srgbClr val="1B6E82"/>
          </a:solidFill>
          <a:ln>
            <a:noFill/>
          </a:ln>
        </p:spPr>
        <p:txBody>
          <a:bodyPr lIns="0" tIns="0" rIns="0" bIns="0" anchor="ctr" wrap="square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FFFFFF"/>
                </a:solidFill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Option B</a:t>
            </a:r>
          </a:p>
        </p:txBody>
      </p:sp>
      <p:sp>
        <p:nvSpPr>
          <p:cNvPr id="127" name="Option A detail"/>
          <p:cNvSpPr>
            <a:spLocks noGrp="1"/>
          </p:cNvSpPr>
          <p:nvPr>
            <p:ph type="body" idx="3"/>
          </p:nvPr>
        </p:nvSpPr>
        <p:spPr>
          <a:xfrm>
            <a:off x="685800" y="1947672"/>
            <a:ext cx="5250180" cy="4069080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4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Point of comparison</a:t>
            </a:r>
          </a:p>
        </p:txBody>
      </p:sp>
      <p:sp>
        <p:nvSpPr>
          <p:cNvPr id="128" name="Option B detail"/>
          <p:cNvSpPr>
            <a:spLocks noGrp="1"/>
          </p:cNvSpPr>
          <p:nvPr>
            <p:ph type="body" idx="4"/>
          </p:nvPr>
        </p:nvSpPr>
        <p:spPr>
          <a:xfrm>
            <a:off x="6256020" y="1947672"/>
            <a:ext cx="5250180" cy="4069080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txBody>
          <a:bodyPr lIns="201168" tIns="164592" rIns="201168" bIns="164592" anchor="t" wrap="square">
            <a:normAutofit/>
          </a:bodyPr>
          <a:lstStyle>
            <a:lvl1pPr marL="256032" indent="-25603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4A197"/>
              </a:buClr>
              <a:buSzPct val="90000"/>
              <a:buFont typeface="Arial" pitchFamily="34" charset="0"/>
              <a:buChar char="•"/>
              <a:defRPr sz="1400">
                <a:solidFill>
                  <a:srgbClr val="1C2B33"/>
                </a:solidFill>
                <a:latin typeface="+mn-lt"/>
                <a:cs typeface="+mn-cs"/>
              </a:defRPr>
            </a:lvl1pPr>
            <a:lvl2pPr marL="512064" indent="-237744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B6E82"/>
              </a:buClr>
              <a:buSzPct val="100000"/>
              <a:buFont typeface="Arial" pitchFamily="34" charset="0"/>
              <a:buChar char="–"/>
              <a:defRPr sz="1200">
                <a:solidFill>
                  <a:srgbClr val="5C7079"/>
                </a:solidFill>
                <a:latin typeface="+mn-lt"/>
                <a:cs typeface="+mn-cs"/>
              </a:defRPr>
            </a:lvl2pPr>
            <a:lvl3pPr marL="768096" indent="-237744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3pPr>
            <a:lvl4pPr marL="1024128" indent="-237744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4pPr>
            <a:lvl5pPr marL="1280160" indent="-237744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5C7079"/>
              </a:buClr>
              <a:buSzPct val="100000"/>
              <a:buFont typeface="Arial" pitchFamily="34" charset="0"/>
              <a:buChar char="–"/>
              <a:defRPr sz="1000">
                <a:solidFill>
                  <a:srgbClr val="5C7079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Point of comparison</a:t>
            </a:r>
          </a:p>
        </p:txBody>
      </p:sp>
      <p:sp>
        <p:nvSpPr>
          <p:cNvPr id="129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130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31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 / Highlight">
    <p:bg>
      <p:bgPr>
        <a:solidFill>
          <a:srgbClr val="EE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Quote mark"/>
          <p:cNvSpPr txBox="1"/>
          <p:nvPr/>
        </p:nvSpPr>
        <p:spPr>
          <a:xfrm>
            <a:off x="685800" y="960120"/>
            <a:ext cx="1371600" cy="1737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r>
              <a:rPr lang="en-US" sz="16000" b="1">
                <a:solidFill>
                  <a:srgbClr val="A8C8CE"/>
                </a:solidFill>
                <a:latin typeface="+mj-lt"/>
                <a:cs typeface="+mj-cs"/>
              </a:rPr>
              <a:t>“</a:t>
            </a:r>
          </a:p>
        </p:txBody>
      </p:sp>
      <p:sp>
        <p:nvSpPr>
          <p:cNvPr id="133" name="Quote"/>
          <p:cNvSpPr>
            <a:spLocks noGrp="1"/>
          </p:cNvSpPr>
          <p:nvPr>
            <p:ph type="body" idx="1"/>
          </p:nvPr>
        </p:nvSpPr>
        <p:spPr>
          <a:xfrm>
            <a:off x="1874520" y="1554480"/>
            <a:ext cx="9631680" cy="2331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>
            <a:lvl1pPr marL="0" indent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  <a:defRPr sz="2800" i="1">
                <a:solidFill>
                  <a:srgbClr val="1B3B5C"/>
                </a:solidFill>
                <a:latin typeface="+mn-lt"/>
                <a:cs typeface="+mn-cs"/>
              </a:defRPr>
            </a:lvl1pPr>
            <a:lvl2pPr marL="0" indent="0">
              <a:lnSpc>
                <a:spcPct val="110000"/>
              </a:lnSpc>
              <a:spcBef>
                <a:spcPts val="440"/>
              </a:spcBef>
              <a:spcAft>
                <a:spcPts val="0"/>
              </a:spcAft>
              <a:buNone/>
              <a:defRPr sz="2600">
                <a:solidFill>
                  <a:srgbClr val="1B3B5C"/>
                </a:solidFill>
                <a:latin typeface="+mn-lt"/>
                <a:cs typeface="+mn-cs"/>
              </a:defRPr>
            </a:lvl2pPr>
            <a:lvl3pPr marL="0" indent="0">
              <a:lnSpc>
                <a:spcPct val="110000"/>
              </a:lnSpc>
              <a:spcBef>
                <a:spcPts val="380"/>
              </a:spcBef>
              <a:spcAft>
                <a:spcPts val="0"/>
              </a:spcAft>
              <a:buNone/>
              <a:defRPr sz="2400">
                <a:solidFill>
                  <a:srgbClr val="1B3B5C"/>
                </a:solidFill>
                <a:latin typeface="+mn-lt"/>
                <a:cs typeface="+mn-cs"/>
              </a:defRPr>
            </a:lvl3pPr>
            <a:lvl4pPr marL="0" indent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None/>
              <a:defRPr sz="2300">
                <a:solidFill>
                  <a:srgbClr val="1B3B5C"/>
                </a:solidFill>
                <a:latin typeface="+mn-lt"/>
                <a:cs typeface="+mn-cs"/>
              </a:defRPr>
            </a:lvl4pPr>
            <a:lvl5pPr marL="0" indent="0">
              <a:lnSpc>
                <a:spcPct val="110000"/>
              </a:lnSpc>
              <a:spcBef>
                <a:spcPts val="260"/>
              </a:spcBef>
              <a:spcAft>
                <a:spcPts val="0"/>
              </a:spcAft>
              <a:buNone/>
              <a:defRPr sz="2200">
                <a:solidFill>
                  <a:srgbClr val="1B3B5C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A quotation, testimony or single highlighted statement</a:t>
            </a:r>
          </a:p>
        </p:txBody>
      </p:sp>
      <p:sp>
        <p:nvSpPr>
          <p:cNvPr id="134" name="Attribution"/>
          <p:cNvSpPr>
            <a:spLocks noGrp="1"/>
          </p:cNvSpPr>
          <p:nvPr>
            <p:ph type="body" idx="2"/>
          </p:nvPr>
        </p:nvSpPr>
        <p:spPr>
          <a:xfrm>
            <a:off x="1874520" y="4114800"/>
            <a:ext cx="9631680" cy="82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1B6E82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200">
                <a:solidFill>
                  <a:srgbClr val="1B6E82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000">
                <a:solidFill>
                  <a:srgbClr val="1B6E82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000">
                <a:solidFill>
                  <a:srgbClr val="1B6E82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000">
                <a:solidFill>
                  <a:srgbClr val="1B6E82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Attribution — role, department</a:t>
            </a:r>
          </a:p>
        </p:txBody>
      </p:sp>
      <p:sp>
        <p:nvSpPr>
          <p:cNvPr id="135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136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37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showMasterSp="0">
  <p:cSld name="Closing / Thank You">
    <p:bg>
      <p:bgPr>
        <a:solidFill>
          <a:srgbClr val="1B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UoH lockup (reversed)" descr="University of Ha'il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4023360" cy="1485876"/>
          </a:xfrm>
          <a:prstGeom prst="rect">
            <a:avLst/>
          </a:prstGeom>
        </p:spPr>
      </p:pic>
      <p:sp>
        <p:nvSpPr>
          <p:cNvPr id="139" name="Title"/>
          <p:cNvSpPr>
            <a:spLocks noGrp="1"/>
          </p:cNvSpPr>
          <p:nvPr>
            <p:ph type="title"/>
          </p:nvPr>
        </p:nvSpPr>
        <p:spPr>
          <a:xfrm>
            <a:off x="685800" y="315468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0">
                <a:solidFill>
                  <a:srgbClr val="FFFFFF"/>
                </a:solidFill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40" name="Contact details"/>
          <p:cNvSpPr>
            <a:spLocks noGrp="1"/>
          </p:cNvSpPr>
          <p:nvPr>
            <p:ph type="body" idx="1"/>
          </p:nvPr>
        </p:nvSpPr>
        <p:spPr>
          <a:xfrm>
            <a:off x="685800" y="4160520"/>
            <a:ext cx="7863840" cy="1463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A8C8CE"/>
                </a:solidFill>
                <a:latin typeface="+mn-lt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  <a:defRPr sz="1200">
                <a:solidFill>
                  <a:srgbClr val="A8C8CE"/>
                </a:solidFill>
                <a:latin typeface="+mn-lt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  <a:defRPr sz="1000">
                <a:solidFill>
                  <a:srgbClr val="A8C8CE"/>
                </a:solidFill>
                <a:latin typeface="+mn-lt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  <a:defRPr sz="1000">
                <a:solidFill>
                  <a:srgbClr val="A8C8CE"/>
                </a:solidFill>
                <a:latin typeface="+mn-lt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  <a:defRPr sz="1000">
                <a:solidFill>
                  <a:srgbClr val="A8C8CE"/>
                </a:solidFill>
                <a:latin typeface="+mn-lt"/>
                <a:cs typeface="+mn-cs"/>
              </a:defRPr>
            </a:lvl5pPr>
          </a:lstStyle>
          <a:p>
            <a:pPr lvl="0"/>
            <a:r>
              <a:rPr lang="en-US"/>
              <a:t>Department  |  email@uoh.edu.sa  |  www.uoh.edu.sa</a:t>
            </a:r>
          </a:p>
        </p:txBody>
      </p:sp>
      <p:sp>
        <p:nvSpPr>
          <p:cNvPr id="141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D6EBE9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D6EBE9"/>
                </a:solidFill>
              </a:rPr>
              <a:t>#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emblem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itle Placeholder"/>
          <p:cNvSpPr>
            <a:spLocks noGrp="1"/>
          </p:cNvSpPr>
          <p:nvPr>
            <p:ph type="title"/>
          </p:nvPr>
        </p:nvSpPr>
        <p:spPr>
          <a:xfrm>
            <a:off x="685800" y="411480"/>
            <a:ext cx="10151846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wrap="square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56" name="Text Placeholder"/>
          <p:cNvSpPr>
            <a:spLocks noGrp="1"/>
          </p:cNvSpPr>
          <p:nvPr>
            <p:ph type="body" idx="1"/>
          </p:nvPr>
        </p:nvSpPr>
        <p:spPr>
          <a:xfrm>
            <a:off x="685800" y="1417320"/>
            <a:ext cx="10820400" cy="45994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7" name="Footer"/>
          <p:cNvSpPr>
            <a:spLocks noGrp="1"/>
          </p:cNvSpPr>
          <p:nvPr>
            <p:ph type="ftr" idx="11"/>
          </p:nvPr>
        </p:nvSpPr>
        <p:spPr>
          <a:xfrm>
            <a:off x="685800" y="62544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/>
              <a:t>University of Ha'il</a:t>
            </a:r>
          </a:p>
        </p:txBody>
      </p:sp>
      <p:sp>
        <p:nvSpPr>
          <p:cNvPr id="258" name="Date"/>
          <p:cNvSpPr>
            <a:spLocks noGrp="1"/>
          </p:cNvSpPr>
          <p:nvPr>
            <p:ph type="dt" idx="10"/>
          </p:nvPr>
        </p:nvSpPr>
        <p:spPr>
          <a:xfrm>
            <a:off x="7818120" y="62544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C7079"/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59" name="Slide Number"/>
          <p:cNvSpPr>
            <a:spLocks noGrp="1"/>
          </p:cNvSpPr>
          <p:nvPr>
            <p:ph type="sldNum" idx="12"/>
          </p:nvPr>
        </p:nvSpPr>
        <p:spPr>
          <a:xfrm>
            <a:off x="10728960" y="6254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wrap="square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1B3B5C"/>
                </a:solidFill>
                <a:latin typeface="+mn-lt"/>
                <a:cs typeface="+mn-cs"/>
              </a:defRPr>
            </a:lvl1pPr>
          </a:lstStyle>
          <a:p>
            <a:pPr algn="r"/>
            <a:fld id="{B7C4E9A1-1C2D-4F3E-9A5B-6D7E8F901234}" type="slidenum">
              <a:rPr lang="en-US" sz="1000" b="1">
                <a:solidFill>
                  <a:srgbClr val="1B3B5C"/>
                </a:solidFill>
              </a:rPr>
              <a:t>#</a:t>
            </a:fld>
          </a:p>
        </p:txBody>
      </p:sp>
      <p:pic>
        <p:nvPicPr>
          <p:cNvPr id="260" name="UoH emblem" descr="University of Ha'il logo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66246" y="365760"/>
            <a:ext cx="439954" cy="6035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1" hdr="0" ftr="1" dt="0"/>
  <p:titleStyle>
    <a:lvl1pPr marL="0" indent="0">
      <a:lnSpc>
        <a:spcPct val="92000"/>
      </a:lnSpc>
      <a:spcBef>
        <a:spcPts val="0"/>
      </a:spcBef>
      <a:spcAft>
        <a:spcPts val="0"/>
      </a:spcAft>
      <a:buNone/>
      <a:defRPr sz="3200" b="1" spc="-30">
        <a:solidFill>
          <a:srgbClr val="1B3B5C"/>
        </a:solidFill>
        <a:latin typeface="+mj-lt"/>
        <a:cs typeface="+mj-cs"/>
      </a:defRPr>
    </a:lvl1pPr>
  </p:titleStyle>
  <p:bodyStyle>
    <a:lvl1pPr marL="256032" indent="-256032">
      <a:lnSpc>
        <a:spcPct val="100000"/>
      </a:lnSpc>
      <a:spcBef>
        <a:spcPts val="600"/>
      </a:spcBef>
      <a:spcAft>
        <a:spcPts val="0"/>
      </a:spcAft>
      <a:buClr>
        <a:srgbClr val="14A197"/>
      </a:buClr>
      <a:buSzPct val="90000"/>
      <a:buFont typeface="Arial" pitchFamily="34" charset="0"/>
      <a:buChar char="•"/>
      <a:defRPr sz="1800">
        <a:solidFill>
          <a:srgbClr val="1C2B33"/>
        </a:solidFill>
        <a:latin typeface="+mn-lt"/>
        <a:cs typeface="+mn-cs"/>
      </a:defRPr>
    </a:lvl1pPr>
    <a:lvl2pPr marL="292608" indent="-201168">
      <a:lnSpc>
        <a:spcPct val="100000"/>
      </a:lnSpc>
      <a:spcBef>
        <a:spcPts val="400"/>
      </a:spcBef>
      <a:spcAft>
        <a:spcPts val="0"/>
      </a:spcAft>
      <a:buClr>
        <a:srgbClr val="1B6E82"/>
      </a:buClr>
      <a:buSzPct val="100000"/>
      <a:buFont typeface="Arial" pitchFamily="34" charset="0"/>
      <a:buChar char="–"/>
      <a:defRPr sz="1600">
        <a:solidFill>
          <a:srgbClr val="1C2B33"/>
        </a:solidFill>
        <a:latin typeface="+mn-lt"/>
        <a:cs typeface="+mn-cs"/>
      </a:defRPr>
    </a:lvl2pPr>
    <a:lvl3pPr marL="585216" indent="-201168">
      <a:lnSpc>
        <a:spcPct val="100000"/>
      </a:lnSpc>
      <a:spcBef>
        <a:spcPts val="300"/>
      </a:spcBef>
      <a:spcAft>
        <a:spcPts val="0"/>
      </a:spcAft>
      <a:buClr>
        <a:srgbClr val="5C7079"/>
      </a:buClr>
      <a:buSzPct val="100000"/>
      <a:buFont typeface="Arial" pitchFamily="34" charset="0"/>
      <a:buChar char="–"/>
      <a:defRPr sz="1400">
        <a:solidFill>
          <a:srgbClr val="1C2B33"/>
        </a:solidFill>
        <a:latin typeface="+mn-lt"/>
        <a:cs typeface="+mn-cs"/>
      </a:defRPr>
    </a:lvl3pPr>
    <a:lvl4pPr marL="877824" indent="-182880">
      <a:lnSpc>
        <a:spcPct val="100000"/>
      </a:lnSpc>
      <a:spcBef>
        <a:spcPts val="200"/>
      </a:spcBef>
      <a:spcAft>
        <a:spcPts val="0"/>
      </a:spcAft>
      <a:buClr>
        <a:srgbClr val="5C7079"/>
      </a:buClr>
      <a:buSzPct val="100000"/>
      <a:buFont typeface="Arial" pitchFamily="34" charset="0"/>
      <a:buChar char="–"/>
      <a:defRPr sz="1200">
        <a:solidFill>
          <a:srgbClr val="1C2B33"/>
        </a:solidFill>
        <a:latin typeface="+mn-lt"/>
        <a:cs typeface="+mn-cs"/>
      </a:defRPr>
    </a:lvl4pPr>
    <a:lvl5pPr marL="1170432" indent="-182880">
      <a:lnSpc>
        <a:spcPct val="100000"/>
      </a:lnSpc>
      <a:spcBef>
        <a:spcPts val="200"/>
      </a:spcBef>
      <a:spcAft>
        <a:spcPts val="0"/>
      </a:spcAft>
      <a:buClr>
        <a:srgbClr val="5C7079"/>
      </a:buClr>
      <a:buSzPct val="100000"/>
      <a:buFont typeface="Arial" pitchFamily="34" charset="0"/>
      <a:buChar char="–"/>
      <a:defRPr sz="1100">
        <a:solidFill>
          <a:srgbClr val="1C2B33"/>
        </a:solidFill>
        <a:latin typeface="+mn-lt"/>
        <a:cs typeface="+mn-cs"/>
      </a:defRPr>
    </a:lvl5pPr>
  </p:bodyStyle>
  <p:otherStyle>
    <a:lvl1pPr marL="0" indent="0">
      <a:lnSpc>
        <a:spcPct val="100000"/>
      </a:lnSpc>
      <a:spcBef>
        <a:spcPts val="0"/>
      </a:spcBef>
      <a:spcAft>
        <a:spcPts val="0"/>
      </a:spcAft>
      <a:buNone/>
      <a:defRPr sz="1400">
        <a:solidFill>
          <a:srgbClr val="1C2B33"/>
        </a:solidFill>
        <a:latin typeface="+mn-lt"/>
        <a:cs typeface="+mn-cs"/>
      </a:defRPr>
    </a:lvl1pPr>
  </p:otherStyle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sample-image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ample-image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sample-image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Annual Performance Report 2025/26</a:t>
            </a:r>
          </a:p>
        </p:txBody>
      </p:sp>
      <p:sp>
        <p:nvSpPr>
          <p:cNvPr id="149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dirty="0"/>
              <a:t>Deanship of Quality and Academic Accreditation</a:t>
            </a:r>
          </a:p>
        </p:txBody>
      </p:sp>
      <p:sp>
        <p:nvSpPr>
          <p:cNvPr id="150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Prepared for the University Council  |  20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01</a:t>
            </a:r>
          </a:p>
        </p:txBody>
      </p:sp>
      <p:sp>
        <p:nvSpPr>
          <p:cNvPr id="15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Strategic Context</a:t>
            </a:r>
          </a:p>
        </p:txBody>
      </p:sp>
      <p:sp>
        <p:nvSpPr>
          <p:cNvPr id="153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Where the university stands against the 2030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Purpose of this review</a:t>
            </a:r>
          </a:p>
        </p:txBody>
      </p:sp>
      <p:sp>
        <p:nvSpPr>
          <p:cNvPr id="155" name="Content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Assess delivery against the approved strategic plan</a:t>
            </a:r>
          </a:p>
          <a:p>
            <a:pPr lvl="0"/>
            <a:r>
              <a:rPr lang="en-US" dirty="0"/>
              <a:t>Confirm the accreditation evidence base is complete</a:t>
            </a:r>
          </a:p>
          <a:p>
            <a:pPr lvl="1"/>
            <a:r>
              <a:rPr lang="en-US" dirty="0"/>
              <a:t>Evidence gathered from eight colleges</a:t>
            </a:r>
          </a:p>
          <a:p>
            <a:pPr lvl="1"/>
            <a:r>
              <a:rPr lang="en-US" dirty="0"/>
              <a:t>Data current to the end of the second semester</a:t>
            </a:r>
          </a:p>
          <a:p>
            <a:pPr lvl="0"/>
            <a:r>
              <a:rPr lang="en-US" dirty="0"/>
              <a:t>Set the priorities for the coming academic year</a:t>
            </a:r>
          </a:p>
        </p:txBody>
      </p:sp>
      <p:sp>
        <p:nvSpPr>
          <p:cNvPr id="156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157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Strengths and areas to address</a:t>
            </a:r>
          </a:p>
        </p:txBody>
      </p:sp>
      <p:sp>
        <p:nvSpPr>
          <p:cNvPr id="159" name="Content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Strengths</a:t>
            </a:r>
          </a:p>
          <a:p>
            <a:pPr lvl="1"/>
            <a:r>
              <a:rPr lang="en-US" dirty="0"/>
              <a:t>Graduate employability above the national median</a:t>
            </a:r>
          </a:p>
          <a:p>
            <a:pPr lvl="1"/>
            <a:r>
              <a:rPr lang="en-US" dirty="0"/>
              <a:t>Research output up year on year</a:t>
            </a:r>
          </a:p>
        </p:txBody>
      </p:sp>
      <p:sp>
        <p:nvSpPr>
          <p:cNvPr id="160" name="Content 2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/>
            <a:r>
              <a:rPr lang="en-US" dirty="0"/>
              <a:t>To address</a:t>
            </a:r>
          </a:p>
          <a:p>
            <a:pPr lvl="1"/>
            <a:r>
              <a:rPr lang="en-US" dirty="0"/>
              <a:t>Uneven survey response rates across colleges</a:t>
            </a:r>
          </a:p>
          <a:p>
            <a:pPr lvl="1"/>
            <a:r>
              <a:rPr lang="en-US" dirty="0"/>
              <a:t>Placement capacity in health programmes</a:t>
            </a:r>
          </a:p>
        </p:txBody>
      </p:sp>
      <p:sp>
        <p:nvSpPr>
          <p:cNvPr id="161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162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Three lines of effort</a:t>
            </a:r>
          </a:p>
        </p:txBody>
      </p:sp>
      <p:sp>
        <p:nvSpPr>
          <p:cNvPr id="164" name="Content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Teaching</a:t>
            </a:r>
          </a:p>
          <a:p>
            <a:pPr lvl="1"/>
            <a:r>
              <a:rPr lang="en-US" dirty="0"/>
              <a:t>Curriculum review cycle</a:t>
            </a:r>
          </a:p>
        </p:txBody>
      </p:sp>
      <p:sp>
        <p:nvSpPr>
          <p:cNvPr id="165" name="Content 2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/>
            <a:r>
              <a:rPr lang="en-US" dirty="0"/>
              <a:t>Research</a:t>
            </a:r>
          </a:p>
          <a:p>
            <a:pPr lvl="1"/>
            <a:r>
              <a:rPr lang="en-US" dirty="0"/>
              <a:t>Grant capture and support</a:t>
            </a:r>
          </a:p>
        </p:txBody>
      </p:sp>
      <p:sp>
        <p:nvSpPr>
          <p:cNvPr id="166" name="Content 3"/>
          <p:cNvSpPr>
            <a:spLocks noGrp="1"/>
          </p:cNvSpPr>
          <p:nvPr>
            <p:ph idx="3"/>
          </p:nvPr>
        </p:nvSpPr>
        <p:spPr/>
        <p:txBody>
          <a:bodyPr/>
          <a:lstStyle/>
          <a:p>
            <a:pPr lvl="0"/>
            <a:r>
              <a:rPr lang="en-US" dirty="0"/>
              <a:t>Community</a:t>
            </a:r>
          </a:p>
          <a:p>
            <a:pPr lvl="1"/>
            <a:r>
              <a:rPr lang="en-US" dirty="0"/>
              <a:t>Partnership agreements</a:t>
            </a:r>
          </a:p>
        </p:txBody>
      </p:sp>
      <p:sp>
        <p:nvSpPr>
          <p:cNvPr id="167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168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Campus development</a:t>
            </a:r>
          </a:p>
        </p:txBody>
      </p:sp>
      <p:sp>
        <p:nvSpPr>
          <p:cNvPr id="170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The new academic block adds twelve teaching spaces</a:t>
            </a:r>
          </a:p>
          <a:p>
            <a:pPr lvl="1"/>
            <a:r>
              <a:rPr lang="en-US" dirty="0"/>
              <a:t>Handover scheduled for the second semester</a:t>
            </a:r>
          </a:p>
          <a:p>
            <a:pPr lvl="1"/>
            <a:r>
              <a:rPr lang="en-US" dirty="0"/>
              <a:t>Funded from the approved capital programme</a:t>
            </a:r>
          </a:p>
        </p:txBody>
      </p:sp>
      <p:pic>
        <p:nvPicPr>
          <p:cNvPr id="171" name="Image"/>
          <p:cNvPicPr>
            <a:picLocks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172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173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Image"/>
          <p:cNvPicPr>
            <a:picLocks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175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 campus built around the student</a:t>
            </a:r>
          </a:p>
        </p:txBody>
      </p:sp>
      <p:sp>
        <p:nvSpPr>
          <p:cNvPr id="176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Photograph: University of Ha'il campus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Research and innovation</a:t>
            </a:r>
          </a:p>
        </p:txBody>
      </p:sp>
      <p:pic>
        <p:nvPicPr>
          <p:cNvPr id="178" name="Image"/>
          <p:cNvPicPr>
            <a:picLocks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179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Four new research groups established this year</a:t>
            </a:r>
          </a:p>
          <a:p>
            <a:pPr lvl="1"/>
            <a:r>
              <a:rPr lang="en-US" dirty="0"/>
              <a:t>Two joint projects with regional industry</a:t>
            </a:r>
          </a:p>
          <a:p>
            <a:pPr lvl="1"/>
            <a:r>
              <a:rPr lang="en-US" dirty="0"/>
              <a:t>Laboratory refurbishment completed</a:t>
            </a:r>
          </a:p>
        </p:txBody>
      </p:sp>
      <p:sp>
        <p:nvSpPr>
          <p:cNvPr id="180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181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Executive summary</a:t>
            </a:r>
          </a:p>
        </p:txBody>
      </p:sp>
      <p:sp>
        <p:nvSpPr>
          <p:cNvPr id="183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Delivery is on plan; the risk sits in evidence collection, not in performance.</a:t>
            </a:r>
          </a:p>
        </p:txBody>
      </p:sp>
      <p:sp>
        <p:nvSpPr>
          <p:cNvPr id="184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Situation</a:t>
            </a:r>
          </a:p>
          <a:p>
            <a:pPr lvl="1"/>
            <a:r>
              <a:rPr lang="en-US" dirty="0"/>
              <a:t>Year three of the strategic plan</a:t>
            </a:r>
          </a:p>
          <a:p>
            <a:pPr lvl="1"/>
            <a:r>
              <a:rPr lang="en-US" dirty="0"/>
              <a:t>Accreditation review due next year</a:t>
            </a:r>
          </a:p>
        </p:txBody>
      </p:sp>
      <p:sp>
        <p:nvSpPr>
          <p:cNvPr id="185" name="Body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/>
            <a:r>
              <a:rPr lang="en-US" dirty="0"/>
              <a:t>Findings</a:t>
            </a:r>
          </a:p>
          <a:p>
            <a:pPr lvl="1"/>
            <a:r>
              <a:rPr lang="en-US" dirty="0"/>
              <a:t>Eleven of fourteen targets met</a:t>
            </a:r>
          </a:p>
          <a:p>
            <a:pPr lvl="1"/>
            <a:r>
              <a:rPr lang="en-US" dirty="0"/>
              <a:t>Survey coverage below threshold</a:t>
            </a:r>
          </a:p>
        </p:txBody>
      </p:sp>
      <p:sp>
        <p:nvSpPr>
          <p:cNvPr id="186" name="Body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lvl="0"/>
            <a:r>
              <a:rPr lang="en-US" dirty="0"/>
              <a:t>Recommendation</a:t>
            </a:r>
          </a:p>
          <a:p>
            <a:pPr lvl="1"/>
            <a:r>
              <a:rPr lang="en-US" dirty="0"/>
              <a:t>Fund a central evidence unit</a:t>
            </a:r>
          </a:p>
          <a:p>
            <a:pPr lvl="1"/>
            <a:r>
              <a:rPr lang="en-US" dirty="0"/>
              <a:t>Report quarterly to Council</a:t>
            </a:r>
          </a:p>
        </p:txBody>
      </p:sp>
      <p:sp>
        <p:nvSpPr>
          <p:cNvPr id="187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188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What we are asking Council to note</a:t>
            </a:r>
          </a:p>
        </p:txBody>
      </p:sp>
      <p:sp>
        <p:nvSpPr>
          <p:cNvPr id="190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Performance is on track</a:t>
            </a:r>
          </a:p>
          <a:p>
            <a:pPr lvl="1"/>
            <a:r>
              <a:rPr lang="en-US" dirty="0"/>
              <a:t>Eleven of fourteen indicators met or exceeded</a:t>
            </a:r>
          </a:p>
        </p:txBody>
      </p:sp>
      <p:sp>
        <p:nvSpPr>
          <p:cNvPr id="191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Evidence collection is the single risk</a:t>
            </a:r>
          </a:p>
          <a:p>
            <a:pPr lvl="1"/>
            <a:r>
              <a:rPr lang="en-US" dirty="0"/>
              <a:t>Response rates must reach 60% before review</a:t>
            </a:r>
          </a:p>
        </p:txBody>
      </p:sp>
      <p:sp>
        <p:nvSpPr>
          <p:cNvPr id="192" name="Body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/>
            <a:r>
              <a:rPr lang="en-US" dirty="0"/>
              <a:t>One decision is needed today</a:t>
            </a:r>
          </a:p>
          <a:p>
            <a:pPr lvl="1"/>
            <a:r>
              <a:rPr lang="en-US" dirty="0"/>
              <a:t>Approval of the central evidence unit</a:t>
            </a:r>
          </a:p>
        </p:txBody>
      </p:sp>
      <p:sp>
        <p:nvSpPr>
          <p:cNvPr id="193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194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Key indicators at a glance</a:t>
            </a:r>
          </a:p>
        </p:txBody>
      </p:sp>
      <p:sp>
        <p:nvSpPr>
          <p:cNvPr id="196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94.2%</a:t>
            </a:r>
          </a:p>
          <a:p>
            <a:pPr lvl="1"/>
            <a:r>
              <a:rPr lang="en-US" dirty="0"/>
              <a:t>Student satisfaction</a:t>
            </a:r>
          </a:p>
        </p:txBody>
      </p:sp>
      <p:sp>
        <p:nvSpPr>
          <p:cNvPr id="197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1,480</a:t>
            </a:r>
          </a:p>
          <a:p>
            <a:pPr lvl="1"/>
            <a:r>
              <a:rPr lang="en-US" dirty="0"/>
              <a:t>Graduates this year</a:t>
            </a:r>
          </a:p>
        </p:txBody>
      </p:sp>
      <p:sp>
        <p:nvSpPr>
          <p:cNvPr id="198" name="Body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/>
            <a:r>
              <a:rPr lang="en-US" dirty="0"/>
              <a:t>312</a:t>
            </a:r>
          </a:p>
          <a:p>
            <a:pPr lvl="1"/>
            <a:r>
              <a:rPr lang="en-US" dirty="0"/>
              <a:t>Indexed publications</a:t>
            </a:r>
          </a:p>
        </p:txBody>
      </p:sp>
      <p:sp>
        <p:nvSpPr>
          <p:cNvPr id="199" name="Body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lvl="0"/>
            <a:r>
              <a:rPr lang="en-US" dirty="0"/>
              <a:t>78%</a:t>
            </a:r>
          </a:p>
          <a:p>
            <a:pPr lvl="1"/>
            <a:r>
              <a:rPr lang="en-US" dirty="0"/>
              <a:t>Employed within a year</a:t>
            </a:r>
          </a:p>
        </p:txBody>
      </p:sp>
      <p:sp>
        <p:nvSpPr>
          <p:cNvPr id="200" name="Content 5"/>
          <p:cNvSpPr>
            <a:spLocks noGrp="1"/>
          </p:cNvSpPr>
          <p:nvPr>
            <p:ph idx="5"/>
          </p:nvPr>
        </p:nvSpPr>
        <p:spPr/>
        <p:txBody>
          <a:bodyPr/>
          <a:lstStyle/>
          <a:p>
            <a:pPr lvl="0"/>
            <a:r>
              <a:rPr lang="en-US" dirty="0"/>
              <a:t>Detail by college is available in Annex B</a:t>
            </a:r>
          </a:p>
        </p:txBody>
      </p:sp>
      <p:sp>
        <p:nvSpPr>
          <p:cNvPr id="201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202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Publications by college</a:t>
            </a:r>
          </a:p>
        </p:txBody>
      </p:sp>
      <p:sp>
        <p:nvSpPr>
          <p:cNvPr id="204" name="Content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Chart placeholder — insert a native PowerPoint chart here; it picks up the theme palette automatically.</a:t>
            </a:r>
          </a:p>
        </p:txBody>
      </p:sp>
      <p:sp>
        <p:nvSpPr>
          <p:cNvPr id="205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What the data shows</a:t>
            </a:r>
          </a:p>
          <a:p>
            <a:pPr lvl="1"/>
            <a:r>
              <a:rPr lang="en-US" dirty="0"/>
              <a:t>Engineering and Science account for 61%</a:t>
            </a:r>
          </a:p>
          <a:p>
            <a:pPr lvl="1"/>
            <a:r>
              <a:rPr lang="en-US" dirty="0"/>
              <a:t>Growth is concentrated in joint authorship</a:t>
            </a:r>
          </a:p>
        </p:txBody>
      </p:sp>
      <p:sp>
        <p:nvSpPr>
          <p:cNvPr id="206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207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Performance against target</a:t>
            </a:r>
          </a:p>
        </p:txBody>
      </p:sp>
      <p:graphicFrame>
        <p:nvGraphicFramePr>
          <p:cNvPr id="208" name="Table"/>
          <p:cNvGraphicFramePr>
            <a:graphicFrameLocks noGrp="1"/>
          </p:cNvGraphicFramePr>
          <p:nvPr>
            <p:ph idx="1"/>
          </p:nvPr>
        </p:nvGraphicFramePr>
        <p:xfrm>
          <a:off x="685800" y="1417320"/>
          <a:ext cx="10820400" cy="2651760"/>
        </p:xfrm>
        <a:graphic>
          <a:graphicData uri="http://schemas.openxmlformats.org/drawingml/2006/table">
            <a:tbl>
              <a:tblPr firstRow="1" bandRow="1">
                <a:tableStyleId>{9B2C7A41-3E5D-4F62-8A17-5C0E1D4B7F30}</a:tableStyleId>
              </a:tblPr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Indicator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Baseline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Target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Actual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Status</a:t>
                      </a:r>
                    </a:p>
                  </a:txBody>
                  <a:tcPr marL="91440" marR="91440" marT="45720" marB="45720" anchor="ctr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200"/>
                        <a:t>Student satisfaction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91.0%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93.0%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94.2%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Met</a:t>
                      </a:r>
                    </a:p>
                  </a:txBody>
                  <a:tcPr marL="91440" marR="91440" marT="45720" marB="45720" anchor="ctr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200"/>
                        <a:t>Graduate employment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72%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78%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78%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Met</a:t>
                      </a:r>
                    </a:p>
                  </a:txBody>
                  <a:tcPr marL="91440" marR="91440" marT="45720" marB="45720" anchor="ctr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200"/>
                        <a:t>Indexed publications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265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320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312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At risk</a:t>
                      </a:r>
                    </a:p>
                  </a:txBody>
                  <a:tcPr marL="91440" marR="91440" marT="45720" marB="45720" anchor="ctr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200"/>
                        <a:t>Survey response rate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48%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60%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51%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Behind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210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Source: Deanship of Quality, semester two returns</a:t>
            </a:r>
          </a:p>
        </p:txBody>
      </p:sp>
      <p:sp>
        <p:nvSpPr>
          <p:cNvPr id="211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212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How the review was run</a:t>
            </a:r>
          </a:p>
        </p:txBody>
      </p:sp>
      <p:sp>
        <p:nvSpPr>
          <p:cNvPr id="214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Scope agreed</a:t>
            </a:r>
          </a:p>
        </p:txBody>
      </p:sp>
      <p:sp>
        <p:nvSpPr>
          <p:cNvPr id="215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Data collected</a:t>
            </a:r>
          </a:p>
        </p:txBody>
      </p:sp>
      <p:sp>
        <p:nvSpPr>
          <p:cNvPr id="216" name="Body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/>
            <a:r>
              <a:rPr lang="en-US" dirty="0"/>
              <a:t>Evidence tested</a:t>
            </a:r>
          </a:p>
        </p:txBody>
      </p:sp>
      <p:sp>
        <p:nvSpPr>
          <p:cNvPr id="217" name="Body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lvl="0"/>
            <a:r>
              <a:rPr lang="en-US" dirty="0"/>
              <a:t>Findings drafted</a:t>
            </a:r>
          </a:p>
        </p:txBody>
      </p:sp>
      <p:sp>
        <p:nvSpPr>
          <p:cNvPr id="218" name="Body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 lvl="0"/>
            <a:r>
              <a:rPr lang="en-US" dirty="0"/>
              <a:t>Council review</a:t>
            </a:r>
          </a:p>
        </p:txBody>
      </p:sp>
      <p:sp>
        <p:nvSpPr>
          <p:cNvPr id="219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220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Delivery roadmap</a:t>
            </a:r>
          </a:p>
        </p:txBody>
      </p:sp>
      <p:sp>
        <p:nvSpPr>
          <p:cNvPr id="222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Q1</a:t>
            </a:r>
          </a:p>
        </p:txBody>
      </p:sp>
      <p:sp>
        <p:nvSpPr>
          <p:cNvPr id="223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Q2</a:t>
            </a:r>
          </a:p>
        </p:txBody>
      </p:sp>
      <p:sp>
        <p:nvSpPr>
          <p:cNvPr id="224" name="Body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/>
            <a:r>
              <a:rPr lang="en-US" dirty="0"/>
              <a:t>Q3</a:t>
            </a:r>
          </a:p>
        </p:txBody>
      </p:sp>
      <p:sp>
        <p:nvSpPr>
          <p:cNvPr id="225" name="Body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lvl="0"/>
            <a:r>
              <a:rPr lang="en-US" dirty="0"/>
              <a:t>Q4</a:t>
            </a:r>
          </a:p>
        </p:txBody>
      </p:sp>
      <p:sp>
        <p:nvSpPr>
          <p:cNvPr id="226" name="Body 5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 lvl="0"/>
            <a:r>
              <a:rPr lang="en-US" dirty="0"/>
              <a:t>Evidence unit staffed</a:t>
            </a:r>
          </a:p>
          <a:p>
            <a:pPr lvl="0"/>
            <a:r>
              <a:rPr lang="en-US" dirty="0"/>
              <a:t>Baseline audit</a:t>
            </a:r>
          </a:p>
        </p:txBody>
      </p:sp>
      <p:sp>
        <p:nvSpPr>
          <p:cNvPr id="227" name="Body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 lvl="0"/>
            <a:r>
              <a:rPr lang="en-US" dirty="0"/>
              <a:t>Survey redesign</a:t>
            </a:r>
          </a:p>
          <a:p>
            <a:pPr lvl="0"/>
            <a:r>
              <a:rPr lang="en-US" dirty="0"/>
              <a:t>College liaison</a:t>
            </a:r>
          </a:p>
        </p:txBody>
      </p:sp>
      <p:sp>
        <p:nvSpPr>
          <p:cNvPr id="228" name="Body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 lvl="0"/>
            <a:r>
              <a:rPr lang="en-US" dirty="0"/>
              <a:t>Mid-year report</a:t>
            </a:r>
          </a:p>
          <a:p>
            <a:pPr lvl="0"/>
            <a:r>
              <a:rPr lang="en-US" dirty="0"/>
              <a:t>Gap closure</a:t>
            </a:r>
          </a:p>
        </p:txBody>
      </p:sp>
      <p:sp>
        <p:nvSpPr>
          <p:cNvPr id="229" name="Body 8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pPr lvl="0"/>
            <a:r>
              <a:rPr lang="en-US" dirty="0"/>
              <a:t>Accreditation dossier</a:t>
            </a:r>
          </a:p>
          <a:p>
            <a:pPr lvl="0"/>
            <a:r>
              <a:rPr lang="en-US" dirty="0"/>
              <a:t>Council sign-off</a:t>
            </a:r>
          </a:p>
        </p:txBody>
      </p:sp>
      <p:sp>
        <p:nvSpPr>
          <p:cNvPr id="230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231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Governance of the review</a:t>
            </a:r>
          </a:p>
        </p:txBody>
      </p:sp>
      <p:sp>
        <p:nvSpPr>
          <p:cNvPr id="233" name="Content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University Council</a:t>
            </a:r>
          </a:p>
          <a:p>
            <a:pPr lvl="1"/>
            <a:r>
              <a:rPr lang="en-US" dirty="0"/>
              <a:t>Quality Committee</a:t>
            </a:r>
          </a:p>
          <a:p>
            <a:pPr lvl="2"/>
            <a:r>
              <a:rPr lang="en-US" dirty="0"/>
              <a:t>Deanship of Quality — secretariat</a:t>
            </a:r>
          </a:p>
          <a:p>
            <a:pPr lvl="2"/>
            <a:r>
              <a:rPr lang="en-US" dirty="0"/>
              <a:t>College quality units</a:t>
            </a:r>
          </a:p>
        </p:txBody>
      </p:sp>
      <p:sp>
        <p:nvSpPr>
          <p:cNvPr id="234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Structure approved by Council, 12 March 2026</a:t>
            </a:r>
          </a:p>
        </p:txBody>
      </p:sp>
      <p:sp>
        <p:nvSpPr>
          <p:cNvPr id="235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236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Evidence management architecture</a:t>
            </a:r>
          </a:p>
        </p:txBody>
      </p:sp>
      <p:sp>
        <p:nvSpPr>
          <p:cNvPr id="238" name="Content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Sources → collection → validation → dossier</a:t>
            </a:r>
          </a:p>
          <a:p>
            <a:pPr lvl="1"/>
            <a:r>
              <a:rPr lang="en-US" dirty="0"/>
              <a:t>Insert the diagram or SmartArt in this area</a:t>
            </a:r>
          </a:p>
        </p:txBody>
      </p:sp>
      <p:sp>
        <p:nvSpPr>
          <p:cNvPr id="239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Legend</a:t>
            </a:r>
          </a:p>
          <a:p>
            <a:pPr lvl="1"/>
            <a:r>
              <a:rPr lang="en-US" dirty="0"/>
              <a:t>Owned by the Deanship</a:t>
            </a:r>
          </a:p>
          <a:p>
            <a:pPr lvl="1"/>
            <a:r>
              <a:rPr lang="en-US" dirty="0"/>
              <a:t>Owned by colleges</a:t>
            </a:r>
          </a:p>
          <a:p>
            <a:pPr lvl="1"/>
            <a:r>
              <a:rPr lang="en-US" dirty="0"/>
              <a:t>Shared systems</a:t>
            </a:r>
          </a:p>
        </p:txBody>
      </p:sp>
      <p:sp>
        <p:nvSpPr>
          <p:cNvPr id="240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241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Two options for the evidence unit</a:t>
            </a:r>
          </a:p>
        </p:txBody>
      </p:sp>
      <p:sp>
        <p:nvSpPr>
          <p:cNvPr id="243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Central unit</a:t>
            </a:r>
          </a:p>
        </p:txBody>
      </p:sp>
      <p:sp>
        <p:nvSpPr>
          <p:cNvPr id="244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Distributed model</a:t>
            </a:r>
          </a:p>
        </p:txBody>
      </p:sp>
      <p:sp>
        <p:nvSpPr>
          <p:cNvPr id="245" name="Body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/>
            <a:r>
              <a:rPr lang="en-US" dirty="0"/>
              <a:t>One team, consistent method</a:t>
            </a:r>
          </a:p>
          <a:p>
            <a:pPr lvl="1"/>
            <a:r>
              <a:rPr lang="en-US" dirty="0"/>
              <a:t>Faster to accredit</a:t>
            </a:r>
          </a:p>
          <a:p>
            <a:pPr lvl="1"/>
            <a:r>
              <a:rPr lang="en-US" dirty="0"/>
              <a:t>Needs three new posts</a:t>
            </a:r>
          </a:p>
        </p:txBody>
      </p:sp>
      <p:sp>
        <p:nvSpPr>
          <p:cNvPr id="246" name="Body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lvl="0"/>
            <a:r>
              <a:rPr lang="en-US" dirty="0"/>
              <a:t>Capacity in each college</a:t>
            </a:r>
          </a:p>
          <a:p>
            <a:pPr lvl="1"/>
            <a:r>
              <a:rPr lang="en-US" dirty="0"/>
              <a:t>No new central cost</a:t>
            </a:r>
          </a:p>
          <a:p>
            <a:pPr lvl="1"/>
            <a:r>
              <a:rPr lang="en-US" dirty="0"/>
              <a:t>Method varies by college</a:t>
            </a:r>
          </a:p>
        </p:txBody>
      </p:sp>
      <p:sp>
        <p:nvSpPr>
          <p:cNvPr id="247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248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Evidence is not paperwork. It is how the university proves the quality it already delivers.</a:t>
            </a:r>
          </a:p>
        </p:txBody>
      </p:sp>
      <p:sp>
        <p:nvSpPr>
          <p:cNvPr id="250" name="Body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Dean of Quality and Academic Accreditation</a:t>
            </a:r>
          </a:p>
        </p:txBody>
      </p:sp>
      <p:sp>
        <p:nvSpPr>
          <p:cNvPr id="251" name="Foot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University of Ha'il</a:t>
            </a:r>
          </a:p>
        </p:txBody>
      </p:sp>
      <p:sp>
        <p:nvSpPr>
          <p:cNvPr id="252" name="Slide Numb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7C4E9A1-1C2D-4F3E-9A5B-6D7E8F901234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Thank you</a:t>
            </a:r>
          </a:p>
        </p:txBody>
      </p:sp>
      <p:sp>
        <p:nvSpPr>
          <p:cNvPr id="254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Deanship of Quality and Academic Accreditation  |  quality@uoh.edu.sa  |  www.uoh.edu.sa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ity of Ha'il">
  <a:themeElements>
    <a:clrScheme name="University of Ha'il">
      <a:dk1>
        <a:sysClr val="windowText" lastClr="1C2B33"/>
      </a:dk1>
      <a:lt1>
        <a:sysClr val="window" lastClr="FFFFFF"/>
      </a:lt1>
      <a:dk2>
        <a:srgbClr val="1B3B5C"/>
      </a:dk2>
      <a:lt2>
        <a:srgbClr val="EEF3F5"/>
      </a:lt2>
      <a:accent1>
        <a:srgbClr val="14A197"/>
      </a:accent1>
      <a:accent2>
        <a:srgbClr val="1B3B5C"/>
      </a:accent2>
      <a:accent3>
        <a:srgbClr val="1B6E82"/>
      </a:accent3>
      <a:accent4>
        <a:srgbClr val="6BC5BE"/>
      </a:accent4>
      <a:accent5>
        <a:srgbClr val="6E8A99"/>
      </a:accent5>
      <a:accent6>
        <a:srgbClr val="A8C8CE"/>
      </a:accent6>
      <a:hlink>
        <a:srgbClr val="1B6E82"/>
      </a:hlink>
      <a:folHlink>
        <a:srgbClr val="5C7079"/>
      </a:folHlink>
    </a:clrScheme>
    <a:fontScheme name="University of Ha'il">
      <a:majorFont>
        <a:latin typeface="Segoe UI" panose="020B0502040204020203"/>
        <a:ea typeface=""/>
        <a:cs typeface="Sakkal Majalla"/>
        <a:font script="Arab" typeface="Sakkal Majalla"/>
        <a:font script="Hebr" typeface="Arial"/>
      </a:majorFont>
      <a:minorFont>
        <a:latin typeface="Segoe UI" panose="020B0502040204020203"/>
        <a:ea typeface=""/>
        <a:cs typeface="Sakkal Majalla"/>
        <a:font script="Arab" typeface="Sakkal Majalla"/>
        <a:font script="Hebr" typeface="Arial"/>
      </a:minorFont>
    </a:fontScheme>
    <a:fmtScheme name="University of Ha'il">
      <a: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lumMod val="105000"/>
                <a:satMod val="102000"/>
              </a:schemeClr>
            </a:gs>
            <a:gs pos="100000">
              <a:schemeClr val="phClr">
                <a:lumMod val="92000"/>
                <a:satMod val="104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>
              <a:alpha val="60000"/>
            </a:schemeClr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63500" dist="25400" dir="5400000" rotWithShape="0">
              <a:srgbClr val="1B3B5C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lumMod val="105000"/>
                <a:satMod val="102000"/>
              </a:schemeClr>
            </a:gs>
            <a:gs pos="100000">
              <a:schemeClr val="phClr">
                <a:lumMod val="92000"/>
                <a:satMod val="104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20</Slides>
  <Company>University of Ha'il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Ha'il — Presentation Template</dc:title>
  <dc:creator>University of Ha'il</dc:creator>
  <cp:keywords>University of Ha'il; template; brand</cp:keywords>
  <cp:category>Template</cp:category>
  <cp:revision>1</cp:revision>
</cp:coreProperties>
</file>